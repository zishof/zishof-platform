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8fc78f53e4e3d" /><Relationship Type="http://schemas.openxmlformats.org/officeDocument/2006/relationships/extended-properties" Target="/docProps/app.xml" Id="R654cdd5f41934fa9" /><Relationship Type="http://schemas.openxmlformats.org/officeDocument/2006/relationships/officeDocument" Target="/ppt/presentation.xml" Id="Rd7512c2db5c04e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690eff7864775"/>
  </p:sldMasterIdLst>
  <p:notesMasterIdLst>
    <p:notesMasterId xmlns:r="http://schemas.openxmlformats.org/officeDocument/2006/relationships" r:id="R14ff9acc18224f52"/>
  </p:notesMasterIdLst>
  <p:sldIdLst>
    <p:sldId xmlns:r="http://schemas.openxmlformats.org/officeDocument/2006/relationships" id="256" r:id="Ra03b50f762c54cc0"/>
    <p:sldId xmlns:r="http://schemas.openxmlformats.org/officeDocument/2006/relationships" id="257" r:id="R98f19ad2b2714b5e"/>
    <p:sldId xmlns:r="http://schemas.openxmlformats.org/officeDocument/2006/relationships" id="258" r:id="R4d75a715abc04543"/>
    <p:sldId xmlns:r="http://schemas.openxmlformats.org/officeDocument/2006/relationships" id="259" r:id="R3b3c08f0d51c4149"/>
    <p:sldId xmlns:r="http://schemas.openxmlformats.org/officeDocument/2006/relationships" id="260" r:id="Raad59299c4be45b1"/>
    <p:sldId xmlns:r="http://schemas.openxmlformats.org/officeDocument/2006/relationships" id="261" r:id="R0ac577a6ddd64458"/>
    <p:sldId xmlns:r="http://schemas.openxmlformats.org/officeDocument/2006/relationships" id="262" r:id="R875a23fbe79f474c"/>
    <p:sldId xmlns:r="http://schemas.openxmlformats.org/officeDocument/2006/relationships" id="263" r:id="R6316b71a3e864a7e"/>
    <p:sldId xmlns:r="http://schemas.openxmlformats.org/officeDocument/2006/relationships" id="264" r:id="R42ca5bdec26a4d14"/>
    <p:sldId xmlns:r="http://schemas.openxmlformats.org/officeDocument/2006/relationships" id="265" r:id="Rbfcd64ea4ca543c8"/>
    <p:sldId xmlns:r="http://schemas.openxmlformats.org/officeDocument/2006/relationships" id="266" r:id="R3191f003bf034144"/>
    <p:sldId xmlns:r="http://schemas.openxmlformats.org/officeDocument/2006/relationships" id="267" r:id="R30e6031fd4e447dd"/>
    <p:sldId xmlns:r="http://schemas.openxmlformats.org/officeDocument/2006/relationships" id="268" r:id="R725e0ffbd6c344dd"/>
    <p:sldId xmlns:r="http://schemas.openxmlformats.org/officeDocument/2006/relationships" id="269" r:id="Rba34e18c31a54e99"/>
    <p:sldId xmlns:r="http://schemas.openxmlformats.org/officeDocument/2006/relationships" id="270" r:id="R912cbac699464516"/>
    <p:sldId xmlns:r="http://schemas.openxmlformats.org/officeDocument/2006/relationships" id="271" r:id="Rea98b309e2d7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78eba020f24721" /><Relationship Type="http://schemas.openxmlformats.org/officeDocument/2006/relationships/slideMaster" Target="/ppt/slideMasters/slideMaster1.xml" Id="R230690eff7864775" /><Relationship Type="http://schemas.openxmlformats.org/officeDocument/2006/relationships/notesMaster" Target="/ppt/notesMasters/notesMaster1.xml" Id="R14ff9acc18224f52" /><Relationship Type="http://schemas.openxmlformats.org/officeDocument/2006/relationships/presProps" Target="/ppt/presProps.xml" Id="R260308a46bd04925" /><Relationship Type="http://schemas.openxmlformats.org/officeDocument/2006/relationships/tableStyles" Target="/ppt/tableStyles.xml" Id="Rdf7600933d144dd6" /><Relationship Type="http://schemas.openxmlformats.org/officeDocument/2006/relationships/slide" Target="/ppt/slides/slide1.xml" Id="Ra03b50f762c54cc0" /><Relationship Type="http://schemas.openxmlformats.org/officeDocument/2006/relationships/slide" Target="/ppt/slides/slide2.xml" Id="R98f19ad2b2714b5e" /><Relationship Type="http://schemas.openxmlformats.org/officeDocument/2006/relationships/slide" Target="/ppt/slides/slide3.xml" Id="R4d75a715abc04543" /><Relationship Type="http://schemas.openxmlformats.org/officeDocument/2006/relationships/slide" Target="/ppt/slides/slide4.xml" Id="R3b3c08f0d51c4149" /><Relationship Type="http://schemas.openxmlformats.org/officeDocument/2006/relationships/slide" Target="/ppt/slides/slide5.xml" Id="Raad59299c4be45b1" /><Relationship Type="http://schemas.openxmlformats.org/officeDocument/2006/relationships/slide" Target="/ppt/slides/slide6.xml" Id="R0ac577a6ddd64458" /><Relationship Type="http://schemas.openxmlformats.org/officeDocument/2006/relationships/slide" Target="/ppt/slides/slide7.xml" Id="R875a23fbe79f474c" /><Relationship Type="http://schemas.openxmlformats.org/officeDocument/2006/relationships/slide" Target="/ppt/slides/slide8.xml" Id="R6316b71a3e864a7e" /><Relationship Type="http://schemas.openxmlformats.org/officeDocument/2006/relationships/slide" Target="/ppt/slides/slide9.xml" Id="R42ca5bdec26a4d14" /><Relationship Type="http://schemas.openxmlformats.org/officeDocument/2006/relationships/slide" Target="/ppt/slides/slide10.xml" Id="Rbfcd64ea4ca543c8" /><Relationship Type="http://schemas.openxmlformats.org/officeDocument/2006/relationships/slide" Target="/ppt/slides/slide11.xml" Id="R3191f003bf034144" /><Relationship Type="http://schemas.openxmlformats.org/officeDocument/2006/relationships/slide" Target="/ppt/slides/slide12.xml" Id="R30e6031fd4e447dd" /><Relationship Type="http://schemas.openxmlformats.org/officeDocument/2006/relationships/slide" Target="/ppt/slides/slide13.xml" Id="R725e0ffbd6c344dd" /><Relationship Type="http://schemas.openxmlformats.org/officeDocument/2006/relationships/slide" Target="/ppt/slides/slide14.xml" Id="Rba34e18c31a54e99" /><Relationship Type="http://schemas.openxmlformats.org/officeDocument/2006/relationships/slide" Target="/ppt/slides/slide15.xml" Id="R912cbac699464516" /><Relationship Type="http://schemas.openxmlformats.org/officeDocument/2006/relationships/slide" Target="/ppt/slides/slide16.xml" Id="Rea98b309e2d7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77aad5421845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df432dec2475b" /><Relationship Type="http://schemas.openxmlformats.org/officeDocument/2006/relationships/notesMaster" Target="/ppt/notesMasters/notesMaster1.xml" Id="R39035be90fc1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758357e3d541f5" /><Relationship Type="http://schemas.openxmlformats.org/officeDocument/2006/relationships/notesMaster" Target="/ppt/notesMasters/notesMaster1.xml" Id="R98c6a971656245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141e3fbb7b468d" /><Relationship Type="http://schemas.openxmlformats.org/officeDocument/2006/relationships/notesMaster" Target="/ppt/notesMasters/notesMaster1.xml" Id="R88adb6e3af5541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698ef8e9d14416" /><Relationship Type="http://schemas.openxmlformats.org/officeDocument/2006/relationships/notesMaster" Target="/ppt/notesMasters/notesMaster1.xml" Id="Rb96b3c0aedb4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64d52970764e6c" /><Relationship Type="http://schemas.openxmlformats.org/officeDocument/2006/relationships/notesMaster" Target="/ppt/notesMasters/notesMaster1.xml" Id="Re60c63cfae4246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b51c3aa3f48a4" /><Relationship Type="http://schemas.openxmlformats.org/officeDocument/2006/relationships/notesMaster" Target="/ppt/notesMasters/notesMaster1.xml" Id="R4caa97cfef1743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6f8b1e399d4551" /><Relationship Type="http://schemas.openxmlformats.org/officeDocument/2006/relationships/notesMaster" Target="/ppt/notesMasters/notesMaster1.xml" Id="Ra2e8b44bd8d040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f39b6652b748d4" /><Relationship Type="http://schemas.openxmlformats.org/officeDocument/2006/relationships/notesMaster" Target="/ppt/notesMasters/notesMaster1.xml" Id="R4ab9413824fa4d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7ee17136e42af" /><Relationship Type="http://schemas.openxmlformats.org/officeDocument/2006/relationships/notesMaster" Target="/ppt/notesMasters/notesMaster1.xml" Id="Rd0699ce5473b42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96319287c549ee" /><Relationship Type="http://schemas.openxmlformats.org/officeDocument/2006/relationships/notesMaster" Target="/ppt/notesMasters/notesMaster1.xml" Id="R5a3ff6a85d6746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aa3cf18e824e1b" /><Relationship Type="http://schemas.openxmlformats.org/officeDocument/2006/relationships/notesMaster" Target="/ppt/notesMasters/notesMaster1.xml" Id="R2d387e28c6474f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a01ccaeab54297" /><Relationship Type="http://schemas.openxmlformats.org/officeDocument/2006/relationships/notesMaster" Target="/ppt/notesMasters/notesMaster1.xml" Id="R97a49c7a295c4f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89cf1b70d9427c" /><Relationship Type="http://schemas.openxmlformats.org/officeDocument/2006/relationships/notesMaster" Target="/ppt/notesMasters/notesMaster1.xml" Id="Rfed5fb211a8c48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0f08e962a844be" /><Relationship Type="http://schemas.openxmlformats.org/officeDocument/2006/relationships/notesMaster" Target="/ppt/notesMasters/notesMaster1.xml" Id="Ra7c5806c97ba4e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7b28dc8fe4b23" /><Relationship Type="http://schemas.openxmlformats.org/officeDocument/2006/relationships/notesMaster" Target="/ppt/notesMasters/notesMaster1.xml" Id="R184c4d96405a44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5d30744a4c4d4e" /><Relationship Type="http://schemas.openxmlformats.org/officeDocument/2006/relationships/notesMaster" Target="/ppt/notesMasters/notesMaster1.xml" Id="Rdc054ddc93e24e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C:\opt\AIS\ais\src\main\docs\abchicken\integrasi-rpa-20260909\Panduan-Integrasi-Rumah-Pemotongan-Ayam-dengan-AB-Chicken-2026-09-09.pdf</a:t>
            </a:r>
          </a:p>
          <a:p xmlns:a="http://schemas.openxmlformats.org/drawingml/2006/main">
            <a:r>
              <a:t>Status: Baseline desain, belum UAT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C:\opt\AIS\ais\src\main\docs\abchicken\integrasi-rpa-20260909\Panduan-Integrasi-Rumah-Pemotongan-Ayam-dengan-AB-Chicken-2026-09-09.docx</a:t>
            </a:r>
          </a:p>
          <a:p xmlns:a="http://schemas.openxmlformats.org/drawingml/2006/main">
            <a:r>
              <a:t>Status: Baseline desain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C:\opt\AIS\ais\src\main\docs\abchicken\integrasi-rpa-20260909\diagrams\01-konteks-integrasi.png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C:\opt\AIS\ais\src\main\docs\abchicken\integrasi-rpa-20260909\diagrams\03-use-case.png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C:\opt\AIS\ais\src\main\docs\abchicken\integrasi-rpa-20260909\diagrams\02-flowchart-swimlane.png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C:\opt\AIS\ais\src\main\docs\abchicken\integrasi-rpa-20260909\diagrams\04-erd-aliran-data.png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C:\opt\AIS\ais\src\main\docs\abchicken\integrasi-rpa-20260909\diagrams\05-aliran-akuntansi.png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C:\opt\AIS\ais\src\main\docs\abchicken\integrasi-rpa-20260909\Panduan-Integrasi-Rumah-Pemotongan-Ayam-dengan-AB-Chicken-2026-09-09.md</a:t>
            </a:r>
          </a:p>
          <a:p xmlns:a="http://schemas.openxmlformats.org/drawingml/2006/main">
            <a:r>
              <a:t>Status: Rancangan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C:\opt\AIS\ais\src\main\docs\abchicken\integrasi-rpa-20260909\Panduan-Integrasi-Rumah-Pemotongan-Ayam-dengan-AB-Chicken-2026-09-09.pdf</a:t>
            </a:r>
          </a:p>
          <a:p xmlns:a="http://schemas.openxmlformats.org/drawingml/2006/main">
            <a:r>
              <a:t>Status: Belum dieksekusi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 lokal: C:\opt\AIS\ais\src\main\docs\abchicken\integrasi-rpa-20260909\Panduan-Integrasi-Rumah-Pemotongan-Ayam-dengan-AB-Chicken-2026-09-09.docx</a:t>
            </a:r>
          </a:p>
          <a:p xmlns:a="http://schemas.openxmlformats.org/drawingml/2006/main">
            <a:r>
              <a:t>Status: Baseline implementasi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e1085cfd9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3388e92ed6451e" /><Relationship Type="http://schemas.openxmlformats.org/officeDocument/2006/relationships/slideLayout" Target="/ppt/slideLayouts/slideLayout1.xml" Id="R19ba8eaa11a547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ba8eaa11a5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a296a31f7426a" /><Relationship Type="http://schemas.openxmlformats.org/officeDocument/2006/relationships/image" Target="/ppt/media/image.png" Id="R952c734a87a2479d" /><Relationship Type="http://schemas.openxmlformats.org/officeDocument/2006/relationships/notesSlide" Target="/ppt/notesSlides/notesSlide1.xml" Id="R9757e51a88d849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a7abfdd7148f8" /><Relationship Type="http://schemas.openxmlformats.org/officeDocument/2006/relationships/notesSlide" Target="/ppt/notesSlides/notesSlide2.xml" Id="R521ce83a90174e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0af32a0e4fff" /><Relationship Type="http://schemas.openxmlformats.org/officeDocument/2006/relationships/image" Target="/ppt/media/image2.png" Id="R71494b2a8134447e" /><Relationship Type="http://schemas.openxmlformats.org/officeDocument/2006/relationships/notesSlide" Target="/ppt/notesSlides/notesSlide3.xml" Id="Ra54315cbccc347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768c41e6d4797" /><Relationship Type="http://schemas.openxmlformats.org/officeDocument/2006/relationships/image" Target="/ppt/media/image3.png" Id="Rac14533211814802" /><Relationship Type="http://schemas.openxmlformats.org/officeDocument/2006/relationships/notesSlide" Target="/ppt/notesSlides/notesSlide4.xml" Id="R9be5a6c8ea5441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5c91ff9654775" /><Relationship Type="http://schemas.openxmlformats.org/officeDocument/2006/relationships/image" Target="/ppt/media/image4.png" Id="R19de82264cad4d1a" /><Relationship Type="http://schemas.openxmlformats.org/officeDocument/2006/relationships/notesSlide" Target="/ppt/notesSlides/notesSlide5.xml" Id="Rb16bed0006e9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8f091fd6b41e1" /><Relationship Type="http://schemas.openxmlformats.org/officeDocument/2006/relationships/notesSlide" Target="/ppt/notesSlides/notesSlide6.xml" Id="R29b00e8a532548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fec47da7a455f" /><Relationship Type="http://schemas.openxmlformats.org/officeDocument/2006/relationships/notesSlide" Target="/ppt/notesSlides/notesSlide7.xml" Id="R52a121e7fc1c48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950c170a4e76" /><Relationship Type="http://schemas.openxmlformats.org/officeDocument/2006/relationships/notesSlide" Target="/ppt/notesSlides/notesSlide8.xml" Id="R8de81611134046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3c82e88154952" /><Relationship Type="http://schemas.openxmlformats.org/officeDocument/2006/relationships/notesSlide" Target="/ppt/notesSlides/notesSlide9.xml" Id="R313375c0b06e4c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8906d318446dc" /><Relationship Type="http://schemas.openxmlformats.org/officeDocument/2006/relationships/notesSlide" Target="/ppt/notesSlides/notesSlide10.xml" Id="R073e9106be6f45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828c8e9f41f0" /><Relationship Type="http://schemas.openxmlformats.org/officeDocument/2006/relationships/notesSlide" Target="/ppt/notesSlides/notesSlide11.xml" Id="Ra2c4ab2357a645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77fb9ffd34956" /><Relationship Type="http://schemas.openxmlformats.org/officeDocument/2006/relationships/image" Target="/ppt/media/image5.png" Id="R6af2beabbf894c69" /><Relationship Type="http://schemas.openxmlformats.org/officeDocument/2006/relationships/notesSlide" Target="/ppt/notesSlides/notesSlide12.xml" Id="R36a99d294b574c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1cfc7c5934426" /><Relationship Type="http://schemas.openxmlformats.org/officeDocument/2006/relationships/image" Target="/ppt/media/image6.png" Id="R1157b5a7207f4776" /><Relationship Type="http://schemas.openxmlformats.org/officeDocument/2006/relationships/notesSlide" Target="/ppt/notesSlides/notesSlide13.xml" Id="R9c84c90f6d38485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3b663bd98453f" /><Relationship Type="http://schemas.openxmlformats.org/officeDocument/2006/relationships/notesSlide" Target="/ppt/notesSlides/notesSlide14.xml" Id="R638b58ebff2748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4f8dc31864391" /><Relationship Type="http://schemas.openxmlformats.org/officeDocument/2006/relationships/notesSlide" Target="/ppt/notesSlides/notesSlide15.xml" Id="R30c01d02bcb845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fd2dcf924e27" /><Relationship Type="http://schemas.openxmlformats.org/officeDocument/2006/relationships/notesSlide" Target="/ppt/notesSlides/notesSlide16.xml" Id="Rf06b9238e87e46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076E0-8F05-43FB-9910-03CB17EE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A879A-8990-4197-B4D1-EFFA0724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47725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c734a87a2479d"/>
          <a:stretch xmlns:a="http://schemas.openxmlformats.org/drawingml/2006/main"/>
        </p:blipFill>
        <p:spPr>
          <a:xfrm xmlns:a="http://schemas.openxmlformats.org/drawingml/2006/main">
            <a:off x="819150" y="8763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A9CF1-920C-47BD-8BB8-84A95470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048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C5E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FC5E2"/>
                </a:solidFill>
                <a:latin typeface="Arial"/>
                <a:ea typeface="Arial"/>
                <a:cs typeface="Arial"/>
              </a:rPr>
              <a:t>BASELINE IMPLEMENTASI DAN RENCANA UAT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A0509-8837-44C4-B8D8-25A0370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3350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 Terpadu RPA dan AB Chicken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D679E-193E-43BF-93A3-7BD650D6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66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CEAF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CEAF4"/>
                </a:solidFill>
                <a:latin typeface="Arial"/>
                <a:ea typeface="Arial"/>
                <a:cs typeface="Arial"/>
              </a:rPr>
              <a:t>Rancangan satu rantai data dari ayam hidup, produksi daging, POS RPA, Delivery Order, BAST Gudang Pusat, hingga akuntansi.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F1769-31A3-45AF-99F5-8AFEB6FD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BD9"/>
                </a:solidFill>
                <a:latin typeface="Arial"/>
                <a:ea typeface="Arial"/>
                <a:cs typeface="Arial"/>
              </a:rPr>
              <a:t>Kandidat rilis 1.34.30 build 193  |  9 September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8186E-F929-4E59-977B-52C3F908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197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D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D9"/>
                </a:solidFill>
                <a:latin typeface="Arial"/>
                <a:ea typeface="Arial"/>
                <a:cs typeface="Arial"/>
              </a:rPr>
              <a:t>Tenant abchiken  |  Mode TENANT_ONLY  |  Operasional POS Desktop dan Android</a:t>
            </a:r>
          </a:p>
        </p:txBody>
      </p:sp>
    </p:spTree>
    <p:extLst>
      <p:ext uri="{BB962C8B-B14F-4D97-AF65-F5344CB8AC3E}">
        <p14:creationId xmlns:p14="http://schemas.microsoft.com/office/powerpoint/2010/main" val="937779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F5B15-4F6C-47FA-8B9D-CE30E920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Cakupan sistem terpadu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BE7EC-DADD-41CC-A992-D98030E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RPA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DE177-A174-450A-96FD-2445F79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ABF12-9474-4259-8D00-7CFABC0E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DF66-19DB-48A2-B3DC-9EC4B575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Satu tenant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7156-6D1D-4231-8406-872EF63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Gudang Pusat, RPA, dan outlet berada pada tenant abchiken. Setiap lokasi menyimpan stok serta tanggung jawab yang berbeda.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F47B9-2E27-44A7-B894-7DD51318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28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Dua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4363B-C80D-4CB8-BF53-FD350C0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4787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 Desktop menangani aktivitas kompleks. POS Android menangani penerimaan, pemindaian lot, status pengiriman, dan transaksi bergerak dengan API yang sama.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0CBD-72DF-44FD-B2C6-F8D7F45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Satu 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DAD83-555E-4E05-AB1B-C1FBE32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Nomor sumber menghubungkan peternak, flock, batch, output lot, DO, BAST, mutasi stok, jurnal, dan laporan.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249F8-FB89-4F29-A11C-61A18288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363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8BC92-25EA-4F22-AFC0-096FEC73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1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Status dokumen dan posting final selalu diputuskan server. Draft boleh local-first, sedangkan approve, post, void, dan close memerlukan koneksi.</a:t>
            </a:r>
          </a:p>
        </p:txBody>
      </p:sp>
    </p:spTree>
    <p:extLst>
      <p:ext uri="{BB962C8B-B14F-4D97-AF65-F5344CB8AC3E}">
        <p14:creationId xmlns:p14="http://schemas.microsoft.com/office/powerpoint/2010/main" val="9234254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D8FCB-3DE0-4634-AD16-8685AC5F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Konteks bisnis RPA dan jaringan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336C9-691F-4833-AD2D-FCB17FFC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ARSITEKTUR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17250-8BF1-4480-B399-176969B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6492F-26CF-42BF-A63B-33794B50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9EF43-204E-4C43-96E7-05BDBE91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94b2a8134447e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35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A7A3E-1244-4248-924D-67580CDB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Aktor dan pemisahan tugas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CCD28-58CD-4F1F-8C76-D21B82BA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C525B-5C5B-4843-A49D-9AB5CF77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4161C-3A7B-4EF2-ABE5-E972D72D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73C80-3F88-41B9-AA95-2AA77BB3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4533211814802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05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A5F8B-78CD-4602-9037-AA88CABF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Siklus PR sampai penerimaan daging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03827-6767-4D39-A708-54711923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FLOWCHART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28B7C-C27D-4018-9767-D78DBF67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389A3-D05E-477B-96BE-86B4FA36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10D1D-4645-4697-B60A-FC0BE55B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e82264cad4d1a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0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19E63-8C3C-4793-B97C-2E16E822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 Gudang dan PO internal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5F4F0-3901-4A9D-BAF6-D5694E00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A983B-0811-4F47-B3F2-FD339D6D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A189-2BD9-4EE2-AD02-423252A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CA1EF-9C6A-4FAF-8CB0-6561AFA8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9525">
            <a:solidFill>
              <a:srgbClr val="1F5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2986B-7385-472B-BBA0-6D01A198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4097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Gudang menghitung kebutuhan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E491F-752A-4753-B604-8CD213E5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Min/max, stok tersedia, pesanan outlet, lead time, dan jadwal kirim membentuk saran PR.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2DF07-2595-48C9-81BF-D708219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9525">
            <a:solidFill>
              <a:srgbClr val="D56A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F4C97-BB59-4438-9C4B-BC74BDC4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Approver melepas 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A9EC6-9BBE-4EE2-8298-FA1D2A8A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Penyetuju berbeda dari pembuat. Referensi kebutuhan tidak boleh hilang.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2FA10-5E9E-4165-A5D3-3412819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F33"/>
          </a:solidFill>
          <a:ln xmlns:a="http://schemas.openxmlformats.org/drawingml/2006/main" w="9525">
            <a:solidFill>
              <a:srgbClr val="4D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5F6B0-6AAC-4494-ADB7-FB68F74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097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RPA menerima 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0BF55-3F84-428C-A02F-34E72DA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RPA mengakui jumlah dan tanggal, lalu menandai sisa yang belum dapat dipenuhi sebagai backorder.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11A30-F8CA-44BF-8438-26C562B0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9525">
            <a:solidFill>
              <a:srgbClr val="1F5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53256-B790-40C1-9B66-CE3702AF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3370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Client yang dipakai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3299A-107C-49EB-A4EC-10B2FBC2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Desktop untuk perencanaan dan persetujuan. Android dapat dipakai untuk notifikasi serta pengecekan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A0B63-F460-45EC-B5B3-4EA39DB0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38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D887F-DB31-4B40-BFCC-E04DE31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4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Mode satu badan hukum memakai internal order. Mode badan hukum terpisah memakai transaksi intercompany.</a:t>
            </a:r>
          </a:p>
        </p:txBody>
      </p:sp>
    </p:spTree>
    <p:extLst>
      <p:ext uri="{BB962C8B-B14F-4D97-AF65-F5344CB8AC3E}">
        <p14:creationId xmlns:p14="http://schemas.microsoft.com/office/powerpoint/2010/main" val="523380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B57A5-C670-4240-8678-FDB32F4D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Penerimaan dan QC ayam hidup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155D6-CFA4-435D-9A74-64409A0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FF080-80C9-47E1-B1A4-4827B7BE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51E49-D970-4306-AC5E-32ABEEDF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AEE1D-5B8D-4EA5-944B-E9EBEB50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49370-023C-4757-AE6E-C7D8E76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343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Identitas asal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EFD80-F36B-4625-A65D-91A4788C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620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Peternak, flock, dokumen kesehatan, kendaraan, dan waktu tiba.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2D779-2615-4136-B32F-A929036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6DF05-C1BF-4624-A7FC-19F54A8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669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Timbang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E91E2-2FEF-4981-BDE5-636A42A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860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Berat bruto, tara, neto, jumlah ekor, serta mortalitas saat tiba.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1B708-A842-45FE-9534-B5C48CA4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76687-B463-4DCA-9604-C59B3C60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90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Karantina dan QC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2AB88-80D3-43F5-A784-AB4FF59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99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Ayam berstatus QUARANTINE sampai parameter wajib lulus.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7836E-965B-4B6E-AEC2-5CC3CB35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8D475-DC81-4AF9-9AC7-1CD6946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148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1A528-8230-40DD-BC68-B1ED025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339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RELEASED masuk produksi. REJECTED membawa alasan dan bukti.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F5F87-35E7-46D5-A645-96D5D838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382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AEB96-175A-415A-BE84-3413D321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Android mendukung scan lot dan dokumentasi di titik timbang. Desktop memudahkan koreksi rinci dan supervisi.</a:t>
            </a:r>
          </a:p>
        </p:txBody>
      </p:sp>
    </p:spTree>
    <p:extLst>
      <p:ext uri="{BB962C8B-B14F-4D97-AF65-F5344CB8AC3E}">
        <p14:creationId xmlns:p14="http://schemas.microsoft.com/office/powerpoint/2010/main" val="5657482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59FCF-0599-49A3-9655-6FCD35DA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Produksi daging dan hasil samping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7EBEE-5BA2-401D-985E-89ADD4A9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B351-FA79-40FF-A73A-B6E61452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CF78E-49CE-4F2A-946A-508FE01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819B9-208A-4E63-9C78-7F8E014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E27F0-D68C-469A-9517-7F97F48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Lot ayam hidup yang berstatus RELEASED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8675E-766B-4E2C-8F82-0E75E51E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Proses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84DB0-F9E1-485E-A01B-2B9C28F8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Slaughter Batch mencatat waktu, shift, personel, berat, dan parameter sanitasi.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A4EA6-E843-43E7-8FBC-45BBE4C6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44F6-1871-42A7-8FA2-02EC43D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Karkas, dada, paha, sayap, fillet, jeroan, produk samping, reject, limbah, dan susut.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F2286-88BD-456A-9E42-895FA07F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382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D0EED-6552-4F51-A3BA-D289C8A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Kontrol massa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FCD11-2AA5-4493-9987-AFE5770C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29075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Total berat hasil, produk samping, reject, limbah, dan susut harus dapat direkonsiliasi terhadap berat input sesuai toleransi resep atau yield yang berlaku.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CA121-5BEA-48F4-9F1F-C77D1C7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Setiap output membawa nomor batch, lot, grade, waktu produksi, dan masa simpan.</a:t>
            </a:r>
          </a:p>
        </p:txBody>
      </p:sp>
    </p:spTree>
    <p:extLst>
      <p:ext uri="{BB962C8B-B14F-4D97-AF65-F5344CB8AC3E}">
        <p14:creationId xmlns:p14="http://schemas.microsoft.com/office/powerpoint/2010/main" val="398751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D0113-4671-477B-85F0-F7F0A141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 RPA: transaksi internal dan eksternal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CC298-F048-4F84-A951-F8328C55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917E-4092-49AA-9A26-289EA6A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1B461-E3BC-4644-995F-E12C52C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66F74-2B08-4E3B-BF3A-54C8857C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Pemenuhan Gudang Pusat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98F22-B784-4EAD-A662-87FBDA7B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Kasir memilih PO internal, mengambil output lot, menimbang catch weight, dan menerbitkan dokumen pemenuhan. Metode transaksi INTERNAL_TRANSFER tidak membentuk pendapatan eksternal.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D67D9-F6DC-44AE-B2BE-62FCE35C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Penjualan pelanggan RPA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F19E3-3891-41B5-B619-4CF2646E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Kasir memakai alur POS biasa. Pembayaran tunai, bank, atau piutang membentuk pendapatan dan HPP. Nomor lot tetap dibawa ke faktur serta jurnal.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A68B0-1C19-4A32-B088-96225B4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363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5E5"/>
          </a:solidFill>
          <a:ln xmlns:a="http://schemas.openxmlformats.org/drawingml/2006/main" w="11430">
            <a:solidFill>
              <a:srgbClr val="4D7F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B660-D3FE-4E73-8E93-A0121B55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Desktop cocok untuk kasir tetap dan pencetakan dokumen. Android cocok untuk timbangan bergerak, scan lot, dan konfirmasi pemuatan.</a:t>
            </a:r>
          </a:p>
        </p:txBody>
      </p:sp>
    </p:spTree>
    <p:extLst>
      <p:ext uri="{BB962C8B-B14F-4D97-AF65-F5344CB8AC3E}">
        <p14:creationId xmlns:p14="http://schemas.microsoft.com/office/powerpoint/2010/main" val="1892812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7BBF9-AB53-4BEB-BDC6-4FDD983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Delivery Order dan cold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82E3B-323A-4CB5-A7A9-4D9608D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68995-2AED-451E-935C-BF49525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55C43-DD1B-41FE-9DDC-3EE9ECF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8EC62-DF9C-4AB1-914F-1FD56E7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D7767-8402-46E7-AD2F-1AC39217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2C993-2481-4155-912D-EB9DFBF6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BE435-28D8-407B-B716-207EA8D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5F0D5-ACE6-4373-B4DC-0D2945AC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BAFC1-1826-438E-8333-8CD1106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194CF-D39B-497C-90A3-F0FC6E6C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5060F-91C6-4B0D-81A6-BAF029A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02B85-B154-4AE3-BAB5-2E78B551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073C4-A329-4775-9EBC-AA145096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E397D-C67B-48BD-BA7C-2199AE9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8AA00-0F53-4D6B-903A-81C2A17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5B59D-2F6D-483E-9970-9C81652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2881B-C4FB-47AD-8EEA-43AEEA5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5F424-AD03-42D4-8364-E317E2A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B56D5-B566-46A9-A744-AB19D6F8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2ED04-60CF-4F2F-9A11-2156C371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ARRIVED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6E77B-7AE4-405D-8923-B8B6EC1F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09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4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37AE7-9CBE-4364-9386-2C34FF07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714500"/>
            <a:ext cx="138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5E5"/>
          </a:solidFill>
          <a:ln xmlns:a="http://schemas.openxmlformats.org/drawingml/2006/main" w="11430">
            <a:solidFill>
              <a:srgbClr val="4D7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3F626-30BE-4979-92AD-02AC277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819275"/>
            <a:ext cx="1266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C95A4-8950-4C9A-B779-61E717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Data 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8237F-7F1D-4358-86BF-CBF93E6C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Order, lot, kemasan, berat, tujuan, kendaraan, pengemudi, segel, jam muat, dan suhu awal.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AF15A-F019-49E9-A39F-5AAA0881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Data perjalanan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4BAD7-4B77-4E38-AE31-AADCB03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Perubahan status, suhu berkala, kejadian, bukti foto, dan waktu serah terima. Integrasi GPS dapat ditambahkan pada fase berikutnya.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F2E1F-9403-4B58-B83F-CB96AF8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Transisi irreversible dan posting tetap online-only serta idempotent.</a:t>
            </a:r>
          </a:p>
        </p:txBody>
      </p:sp>
    </p:spTree>
    <p:extLst>
      <p:ext uri="{BB962C8B-B14F-4D97-AF65-F5344CB8AC3E}">
        <p14:creationId xmlns:p14="http://schemas.microsoft.com/office/powerpoint/2010/main" val="7419874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6E4B43-36E3-4EFC-8AC6-4012CD0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BAST Gudang dan klaim selisih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3355B-5582-4EC4-ACDB-78761A77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TAHAP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099FC-6EBD-41BF-BBB1-C3133114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5F185-50E2-44C8-9D30-677C28A7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B086D-7447-48D0-9CE0-493B80C7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9525">
            <a:solidFill>
              <a:srgbClr val="1F5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C871F-9FEA-4DFC-89DC-141348B9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62075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Pindai DO dan 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578B3-8F32-4DE4-9B6B-8F02E44C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85925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Penerima memanggil dokumen yang sedang ARRIVED.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4BDB8-0D24-4CE8-9D0B-CB5432F0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6A12"/>
          </a:solidFill>
          <a:ln xmlns:a="http://schemas.openxmlformats.org/drawingml/2006/main" w="9525">
            <a:solidFill>
              <a:srgbClr val="D56A1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67FD1-10F9-4EEC-A98B-B7B84C74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Timbang dan 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8640C-9780-4395-8E0B-A9CF4918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Catat suhu, kondisi, jumlah diterima, kurang, rusak, dan ditolak.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180D1-53DE-441F-8DE0-FB8F5FDF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B3B90-3549-4AD9-9870-54E2AF9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62075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Tutup selisih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07F99-4403-430E-BF2E-88DF93D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85925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Klaim atau backorder membawa sebab, bukti, penanggung jawab, dan batas waktu.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6381E-F1EC-40F6-8CBF-DE5FDF91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7F33"/>
          </a:solidFill>
          <a:ln xmlns:a="http://schemas.openxmlformats.org/drawingml/2006/main" w="9525">
            <a:solidFill>
              <a:srgbClr val="4D7F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5D069-5F3E-4378-81EA-D3A4F2EA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Posting penerimaan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18D31-019A-4A38-B99E-C7D5F451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62300"/>
            <a:ext cx="4171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Stok Gudang bertambah dan perencanaan menghitung kebutuhan baru.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2B62C-FEB1-4668-AD59-F59A8D1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EFC72-CEDC-45BB-8C32-7E90F522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464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Siklus berulang dari perhitungan kebutuhan, PR, PO, produksi RPA, DO, BAST, hingga stok siap dialokasikan ke outlet.</a:t>
            </a:r>
          </a:p>
        </p:txBody>
      </p:sp>
    </p:spTree>
    <p:extLst>
      <p:ext uri="{BB962C8B-B14F-4D97-AF65-F5344CB8AC3E}">
        <p14:creationId xmlns:p14="http://schemas.microsoft.com/office/powerpoint/2010/main" val="192962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40025-ACBD-4751-BCA8-A90C1952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Rantai data dari peternak ke laporan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074BD-33E2-458C-B543-D6AC510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ERD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05C0-9325-4B0C-AD9D-93A48BE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9D859-6206-4916-AA09-489D86A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4E3E9-CA67-4BC0-86CB-CF36850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2beabbf894c69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C1479-1387-49B6-A522-EBBA2248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Akuntansi RPA dan Gudang Pusat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882A1-4AF5-4A55-A083-C8B1F788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C1082-6CCD-4E3D-88DB-659F453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AED22-2DE7-4C28-BDF4-63599E9E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5D9F-4BBC-489D-91F8-C9859D3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1575"/>
            <a:ext cx="1076325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7b5a7207f4776"/>
          <a:stretch xmlns:a="http://schemas.openxmlformats.org/drawingml/2006/main"/>
        </p:blipFill>
        <p:spPr>
          <a:xfrm xmlns:a="http://schemas.openxmlformats.org/drawingml/2006/main">
            <a:off x="2524125" y="1200150"/>
            <a:ext cx="714375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0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60DC8-9F4D-472C-A300-84F5AF3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Kontrol akses dan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78D5-F07C-4FA8-B5FC-AFE95D3C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6D332-684A-4D24-9280-DEA1AE4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683F-9360-4B74-B53C-7D52CA2A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B045-7CFE-420B-9C8B-88D759BA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Perencana Gudang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16052-38F2-4BFC-8A2F-37E3AFB0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3335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7F33"/>
                </a:solidFill>
                <a:latin typeface="Arial"/>
                <a:ea typeface="Arial"/>
                <a:cs typeface="Arial"/>
              </a:rPr>
              <a:t>buat PR dan pantau kebutuhan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6570B-5186-455A-960A-81BE3739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tidak menyetujui PR sendiri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3C21C-42E9-4F53-A44A-3D70F67F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24886-6B94-41D0-84BC-B7F05461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Operator RPA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5D7EB-394C-4B56-8734-C652A38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669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7F33"/>
                </a:solidFill>
                <a:latin typeface="Arial"/>
                <a:ea typeface="Arial"/>
                <a:cs typeface="Arial"/>
              </a:rPr>
              <a:t>terima ayam dan produksi 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FE430-D9DA-4A48-BD39-BF8489A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tidak mengubah resep atau akun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9CFFD-530B-4390-9371-FF2DC3C7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899F8-5E7B-405E-BFD7-BB9BFE1F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Pengemudi/Penerima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A8DA5-80B1-406A-B427-C67EE445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004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7F33"/>
                </a:solidFill>
                <a:latin typeface="Arial"/>
                <a:ea typeface="Arial"/>
                <a:cs typeface="Arial"/>
              </a:rPr>
              <a:t>kirim, scan, BAST, klaim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EF162-3626-4B9C-87E0-05179446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tidak mengubah kuantitas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0614D-EB00-4A16-9C69-F5D8C56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2666C-4DD2-4EEA-AF56-F9C9AF9B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3385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10E2B-D460-4ABE-80C7-85DF1620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1338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7F33"/>
                </a:solidFill>
                <a:latin typeface="Arial"/>
                <a:ea typeface="Arial"/>
                <a:cs typeface="Arial"/>
              </a:rPr>
              <a:t>pratinjau, posting, rekonsiliasi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B59C3-EEE2-485E-BEC3-9F57B17A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338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tidak mengubah dokumen yang disetujui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3366D-69C4-45E2-B4F4-C2F67EB9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96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11430">
            <a:solidFill>
              <a:srgbClr val="D7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D0C17-0616-4DB2-BD05-E7651E3A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673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Admin Utama Web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6F15C-4C79-48F6-A323-DCA9FE23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0673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D7F33"/>
                </a:solidFill>
                <a:latin typeface="Arial"/>
                <a:ea typeface="Arial"/>
                <a:cs typeface="Arial"/>
              </a:rPr>
              <a:t>konfigurasi, monitor,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7F669-8023-4526-9A58-6CAD477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2318"/>
                </a:solidFill>
                <a:latin typeface="Arial"/>
                <a:ea typeface="Arial"/>
                <a:cs typeface="Arial"/>
              </a:rPr>
              <a:t>tidak menjadi operator transaksi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808D0-9C2A-4F3C-9523-ADB6600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007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B6778"/>
                </a:solidFill>
                <a:latin typeface="Arial"/>
                <a:ea typeface="Arial"/>
                <a:cs typeface="Arial"/>
              </a:rPr>
              <a:t>Hak akses turun hingga aksi lihat, tambah, ubah, submit, approve, post, void, ekspor, dan audit.</a:t>
            </a:r>
          </a:p>
        </p:txBody>
      </p:sp>
    </p:spTree>
    <p:extLst>
      <p:ext uri="{BB962C8B-B14F-4D97-AF65-F5344CB8AC3E}">
        <p14:creationId xmlns:p14="http://schemas.microsoft.com/office/powerpoint/2010/main" val="19989216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BFA17-5809-4AC6-A028-32561F91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Gerbang UAT RPA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7F538-1930-447F-B9C7-84408332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8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19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RENCANA VERIFIKASI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E35E1-9822-4121-9853-1CE083B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8F"/>
          </a:solidFill>
          <a:ln xmlns:a="http://schemas.openxmlformats.org/drawingml/2006/main" w="11430">
            <a:solidFill>
              <a:srgbClr val="1F5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B48B9-CCF8-446A-978A-18EA813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AB Chicken  |  v1.34.30  |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2CB0D-6934-4361-B899-884A0BF2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F5D8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F5D8F"/>
                </a:solidFill>
                <a:latin typeface="Arial"/>
                <a:ea typeface="Arial"/>
                <a:cs typeface="Arial"/>
              </a:rPr>
              <a:t>50+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DD9E9-F472-44BC-A802-0E71EDD1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record bernilai pada setiap halaman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32976-8E72-453B-B26A-3323E7D3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FD131-6E5A-447C-8B50-EA00F6E7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halaman proses kosong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BF5C9-E5AE-4534-A172-712B2E26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FC78F-21A3-4E88-A8E4-6C2672B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transisi status yang didefinisikan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C440D-10B2-4CEA-BEFD-F73AAA08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7F3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D7F33"/>
                </a:solidFill>
                <a:latin typeface="Arial"/>
                <a:ea typeface="Arial"/>
                <a:cs typeface="Arial"/>
              </a:rPr>
              <a:t>Rp0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A7987-B7EC-4B17-B522-BFF1629B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288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7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8"/>
                </a:solidFill>
                <a:latin typeface="Arial"/>
                <a:ea typeface="Arial"/>
                <a:cs typeface="Arial"/>
              </a:rPr>
              <a:t>selisih debit-kredit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8FFE9-D3F4-4952-ABE3-31D1A5E4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Skenario wajib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73F05-FC63-4182-97EC-443B0826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 Gudang dan PO internal, penerimaan ayam hidup, QC, produksi daging, transaksi POS internal/eksternal, DO, cold chain, BAST Gudang, klaim/backorder, posting, serta laporan.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A9549-1B8B-45F9-A27C-5B325F2A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382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11430">
            <a:solidFill>
              <a:srgbClr val="D56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A89D7-E6E7-4522-BDAF-59CB55CF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054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Status saat ini: baseline desain. RPA belum boleh dinyatakan lulus sebelum modul tersedia dan seluruh bukti di atas dieksekusi melalui Desktop serta Android.</a:t>
            </a:r>
          </a:p>
        </p:txBody>
      </p:sp>
    </p:spTree>
    <p:extLst>
      <p:ext uri="{BB962C8B-B14F-4D97-AF65-F5344CB8AC3E}">
        <p14:creationId xmlns:p14="http://schemas.microsoft.com/office/powerpoint/2010/main" val="5971022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779A-81DE-41A1-8E15-288FBF2F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Keputusan implementasi sebelum UAT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68140-D57B-407D-A7C9-5C942E3A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E0037-6DFF-45E4-9688-FFC5D75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573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Tetapkan apakah RPA dan Gudang Pusat memakai satu badan hukum atau intercompany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7B2E3-55B3-4079-86D6-7F9D685C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A4230-B479-4940-8F4E-C540CFE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Buat master lokasi, peternak, flock, SKU daging, catch weight, yield, cold chain, dan akun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DC0AF-6991-49B8-908F-09D099D5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80B63-85D9-44E0-9B33-B95FB44E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Gunakan service serta class generik tanpa nama tenant pada kode Java atau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5861F-D6FB-4634-A1B9-B464A324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CB4A2-2A83-4F00-8FA3-0740381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Aktifkan satu kontrak tenant dan channel update untuk Desktop serta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C4FEC-90D2-4D85-8B04-B710E2FC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6A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56A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10AF2-F8E9-411B-86C9-FF94D33A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Jalankan UAT lengkap sebelum menyebut modul RPA lulus</a:t>
            </a:r>
          </a:p>
        </p:txBody>
      </p:sp>
    </p:spTree>
    <p:extLst>
      <p:ext uri="{BB962C8B-B14F-4D97-AF65-F5344CB8AC3E}">
        <p14:creationId xmlns:p14="http://schemas.microsoft.com/office/powerpoint/2010/main" val="1544516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2026-09-09T01:09:27.2700000Z</dcterms:created>
  <dcterms:modified xsi:type="dcterms:W3CDTF">2026-09-09T01:09:27.2700000Z</dcterms:modified>
</coreProperties>
</file>