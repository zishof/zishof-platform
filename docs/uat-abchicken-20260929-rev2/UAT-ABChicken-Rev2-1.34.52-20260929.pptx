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099bb6526b4008" /><Relationship Type="http://schemas.openxmlformats.org/officeDocument/2006/relationships/extended-properties" Target="/docProps/app.xml" Id="R15f66e8fb5814424" /><Relationship Type="http://schemas.openxmlformats.org/officeDocument/2006/relationships/officeDocument" Target="/ppt/presentation.xml" Id="Rd73121a55be544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cfddfb65f40c4"/>
  </p:sldMasterIdLst>
  <p:notesMasterIdLst>
    <p:notesMasterId xmlns:r="http://schemas.openxmlformats.org/officeDocument/2006/relationships" r:id="R705f757a24434ae1"/>
  </p:notesMasterIdLst>
  <p:sldIdLst>
    <p:sldId xmlns:r="http://schemas.openxmlformats.org/officeDocument/2006/relationships" id="256" r:id="R560689aa9a884ab7"/>
    <p:sldId xmlns:r="http://schemas.openxmlformats.org/officeDocument/2006/relationships" id="257" r:id="Ra5088a744c0a4424"/>
    <p:sldId xmlns:r="http://schemas.openxmlformats.org/officeDocument/2006/relationships" id="258" r:id="R881dc24c5cda4a4c"/>
    <p:sldId xmlns:r="http://schemas.openxmlformats.org/officeDocument/2006/relationships" id="259" r:id="Rce6f5191164b4356"/>
    <p:sldId xmlns:r="http://schemas.openxmlformats.org/officeDocument/2006/relationships" id="260" r:id="R14bab554fe7c4fa8"/>
    <p:sldId xmlns:r="http://schemas.openxmlformats.org/officeDocument/2006/relationships" id="261" r:id="R5ed25d38261d4064"/>
    <p:sldId xmlns:r="http://schemas.openxmlformats.org/officeDocument/2006/relationships" id="262" r:id="Rf091a4c39a0f4556"/>
    <p:sldId xmlns:r="http://schemas.openxmlformats.org/officeDocument/2006/relationships" id="263" r:id="R47ea540e87144d6f"/>
    <p:sldId xmlns:r="http://schemas.openxmlformats.org/officeDocument/2006/relationships" id="264" r:id="R79cd998bd0f348c4"/>
    <p:sldId xmlns:r="http://schemas.openxmlformats.org/officeDocument/2006/relationships" id="265" r:id="R4c69a33e0cff46d2"/>
    <p:sldId xmlns:r="http://schemas.openxmlformats.org/officeDocument/2006/relationships" id="266" r:id="R75b779131e164db8"/>
    <p:sldId xmlns:r="http://schemas.openxmlformats.org/officeDocument/2006/relationships" id="267" r:id="R3ecb82ab903c499f"/>
    <p:sldId xmlns:r="http://schemas.openxmlformats.org/officeDocument/2006/relationships" id="268" r:id="Rae2e95584d094018"/>
    <p:sldId xmlns:r="http://schemas.openxmlformats.org/officeDocument/2006/relationships" id="269" r:id="Rf6845c1331cf4da4"/>
    <p:sldId xmlns:r="http://schemas.openxmlformats.org/officeDocument/2006/relationships" id="270" r:id="Ra4d32030d65a4183"/>
    <p:sldId xmlns:r="http://schemas.openxmlformats.org/officeDocument/2006/relationships" id="271" r:id="Rfff31abf12334634"/>
    <p:sldId xmlns:r="http://schemas.openxmlformats.org/officeDocument/2006/relationships" id="272" r:id="R4b59e6c64ef248e8"/>
    <p:sldId xmlns:r="http://schemas.openxmlformats.org/officeDocument/2006/relationships" id="273" r:id="Rc271d43d8e894216"/>
    <p:sldId xmlns:r="http://schemas.openxmlformats.org/officeDocument/2006/relationships" id="274" r:id="R37e5dc17e4b247af"/>
    <p:sldId xmlns:r="http://schemas.openxmlformats.org/officeDocument/2006/relationships" id="275" r:id="R14f5280698984575"/>
    <p:sldId xmlns:r="http://schemas.openxmlformats.org/officeDocument/2006/relationships" id="276" r:id="R0cb632ebc91d4a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92df8128b42be" /><Relationship Type="http://schemas.openxmlformats.org/officeDocument/2006/relationships/slideMaster" Target="/ppt/slideMasters/slideMaster1.xml" Id="Re7acfddfb65f40c4" /><Relationship Type="http://schemas.openxmlformats.org/officeDocument/2006/relationships/notesMaster" Target="/ppt/notesMasters/notesMaster1.xml" Id="R705f757a24434ae1" /><Relationship Type="http://schemas.openxmlformats.org/officeDocument/2006/relationships/presProps" Target="/ppt/presProps.xml" Id="R37965086fe2449f0" /><Relationship Type="http://schemas.openxmlformats.org/officeDocument/2006/relationships/tableStyles" Target="/ppt/tableStyles.xml" Id="Ra02e9f497fec49d9" /><Relationship Type="http://schemas.openxmlformats.org/officeDocument/2006/relationships/slide" Target="/ppt/slides/slide1.xml" Id="R560689aa9a884ab7" /><Relationship Type="http://schemas.openxmlformats.org/officeDocument/2006/relationships/slide" Target="/ppt/slides/slide2.xml" Id="Ra5088a744c0a4424" /><Relationship Type="http://schemas.openxmlformats.org/officeDocument/2006/relationships/slide" Target="/ppt/slides/slide3.xml" Id="R881dc24c5cda4a4c" /><Relationship Type="http://schemas.openxmlformats.org/officeDocument/2006/relationships/slide" Target="/ppt/slides/slide4.xml" Id="Rce6f5191164b4356" /><Relationship Type="http://schemas.openxmlformats.org/officeDocument/2006/relationships/slide" Target="/ppt/slides/slide5.xml" Id="R14bab554fe7c4fa8" /><Relationship Type="http://schemas.openxmlformats.org/officeDocument/2006/relationships/slide" Target="/ppt/slides/slide6.xml" Id="R5ed25d38261d4064" /><Relationship Type="http://schemas.openxmlformats.org/officeDocument/2006/relationships/slide" Target="/ppt/slides/slide7.xml" Id="Rf091a4c39a0f4556" /><Relationship Type="http://schemas.openxmlformats.org/officeDocument/2006/relationships/slide" Target="/ppt/slides/slide8.xml" Id="R47ea540e87144d6f" /><Relationship Type="http://schemas.openxmlformats.org/officeDocument/2006/relationships/slide" Target="/ppt/slides/slide9.xml" Id="R79cd998bd0f348c4" /><Relationship Type="http://schemas.openxmlformats.org/officeDocument/2006/relationships/slide" Target="/ppt/slides/slide10.xml" Id="R4c69a33e0cff46d2" /><Relationship Type="http://schemas.openxmlformats.org/officeDocument/2006/relationships/slide" Target="/ppt/slides/slide11.xml" Id="R75b779131e164db8" /><Relationship Type="http://schemas.openxmlformats.org/officeDocument/2006/relationships/slide" Target="/ppt/slides/slide12.xml" Id="R3ecb82ab903c499f" /><Relationship Type="http://schemas.openxmlformats.org/officeDocument/2006/relationships/slide" Target="/ppt/slides/slide13.xml" Id="Rae2e95584d094018" /><Relationship Type="http://schemas.openxmlformats.org/officeDocument/2006/relationships/slide" Target="/ppt/slides/slide14.xml" Id="Rf6845c1331cf4da4" /><Relationship Type="http://schemas.openxmlformats.org/officeDocument/2006/relationships/slide" Target="/ppt/slides/slide15.xml" Id="Ra4d32030d65a4183" /><Relationship Type="http://schemas.openxmlformats.org/officeDocument/2006/relationships/slide" Target="/ppt/slides/slide16.xml" Id="Rfff31abf12334634" /><Relationship Type="http://schemas.openxmlformats.org/officeDocument/2006/relationships/slide" Target="/ppt/slides/slide17.xml" Id="R4b59e6c64ef248e8" /><Relationship Type="http://schemas.openxmlformats.org/officeDocument/2006/relationships/slide" Target="/ppt/slides/slide18.xml" Id="Rc271d43d8e894216" /><Relationship Type="http://schemas.openxmlformats.org/officeDocument/2006/relationships/slide" Target="/ppt/slides/slide19.xml" Id="R37e5dc17e4b247af" /><Relationship Type="http://schemas.openxmlformats.org/officeDocument/2006/relationships/slide" Target="/ppt/slides/slide20.xml" Id="R14f5280698984575" /><Relationship Type="http://schemas.openxmlformats.org/officeDocument/2006/relationships/slide" Target="/ppt/slides/slide21.xml" Id="R0cb632ebc91d4a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f02f0aec34e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c585e5321842d0" /><Relationship Type="http://schemas.openxmlformats.org/officeDocument/2006/relationships/notesMaster" Target="/ppt/notesMasters/notesMaster1.xml" Id="R43f44b82d06149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c2b8f9a8e4abe" /><Relationship Type="http://schemas.openxmlformats.org/officeDocument/2006/relationships/notesMaster" Target="/ppt/notesMasters/notesMaster1.xml" Id="Rbb3ecb02e80145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e018432b674642" /><Relationship Type="http://schemas.openxmlformats.org/officeDocument/2006/relationships/notesMaster" Target="/ppt/notesMasters/notesMaster1.xml" Id="R50a9e54703ba44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d6b96d157549a9" /><Relationship Type="http://schemas.openxmlformats.org/officeDocument/2006/relationships/notesMaster" Target="/ppt/notesMasters/notesMaster1.xml" Id="Rf046ef6e77ca42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8ecf2b1bcd4d56" /><Relationship Type="http://schemas.openxmlformats.org/officeDocument/2006/relationships/notesMaster" Target="/ppt/notesMasters/notesMaster1.xml" Id="R26768aaecdd246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6d65a6bbd84bab" /><Relationship Type="http://schemas.openxmlformats.org/officeDocument/2006/relationships/notesMaster" Target="/ppt/notesMasters/notesMaster1.xml" Id="R8a887217dbd849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d9cab7d0c64f10" /><Relationship Type="http://schemas.openxmlformats.org/officeDocument/2006/relationships/notesMaster" Target="/ppt/notesMasters/notesMaster1.xml" Id="Rcc9588981c0243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60d5497b7e4eba" /><Relationship Type="http://schemas.openxmlformats.org/officeDocument/2006/relationships/notesMaster" Target="/ppt/notesMasters/notesMaster1.xml" Id="Re2674fc2e1a34f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3c89550eff4ced" /><Relationship Type="http://schemas.openxmlformats.org/officeDocument/2006/relationships/notesMaster" Target="/ppt/notesMasters/notesMaster1.xml" Id="R74d0b0e4a1eb4b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347c56f4f0430d" /><Relationship Type="http://schemas.openxmlformats.org/officeDocument/2006/relationships/notesMaster" Target="/ppt/notesMasters/notesMaster1.xml" Id="R7c5d0379752b4e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4086763c7b453a" /><Relationship Type="http://schemas.openxmlformats.org/officeDocument/2006/relationships/notesMaster" Target="/ppt/notesMasters/notesMaster1.xml" Id="Ra741a3689d1a49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b0a24e169c4be2" /><Relationship Type="http://schemas.openxmlformats.org/officeDocument/2006/relationships/notesMaster" Target="/ppt/notesMasters/notesMaster1.xml" Id="R4e949985c54549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75886e09134468" /><Relationship Type="http://schemas.openxmlformats.org/officeDocument/2006/relationships/notesMaster" Target="/ppt/notesMasters/notesMaster1.xml" Id="R55d7effad73141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f97d91f6a5438f" /><Relationship Type="http://schemas.openxmlformats.org/officeDocument/2006/relationships/notesMaster" Target="/ppt/notesMasters/notesMaster1.xml" Id="Rb01cebd8db3a4d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42e944e8c447f0" /><Relationship Type="http://schemas.openxmlformats.org/officeDocument/2006/relationships/notesMaster" Target="/ppt/notesMasters/notesMaster1.xml" Id="Rfc5608eb56e442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e52bf216df4a48" /><Relationship Type="http://schemas.openxmlformats.org/officeDocument/2006/relationships/notesMaster" Target="/ppt/notesMasters/notesMaster1.xml" Id="R8abfaa3a41f24d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77e83f4257455e" /><Relationship Type="http://schemas.openxmlformats.org/officeDocument/2006/relationships/notesMaster" Target="/ppt/notesMasters/notesMaster1.xml" Id="R5fb1541aa9e645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ba3bf9f16d412e" /><Relationship Type="http://schemas.openxmlformats.org/officeDocument/2006/relationships/notesMaster" Target="/ppt/notesMasters/notesMaster1.xml" Id="R9786a46e540d48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e4efe5fc5f48b1" /><Relationship Type="http://schemas.openxmlformats.org/officeDocument/2006/relationships/notesMaster" Target="/ppt/notesMasters/notesMaster1.xml" Id="Rd3988b7cfb8b49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d6462f1dc241e9" /><Relationship Type="http://schemas.openxmlformats.org/officeDocument/2006/relationships/notesMaster" Target="/ppt/notesMasters/notesMaster1.xml" Id="Rf92cf4f3a0a645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610219bad104e4b" /><Relationship Type="http://schemas.openxmlformats.org/officeDocument/2006/relationships/notesMaster" Target="/ppt/notesMasters/notesMaster1.xml" Id="R9efffbbc50b743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Dokumen UAT ABChicken POS Rev2. Tidak ada kenaikan versi aplikasi.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11-pos_sale-50-record.png.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00-ringkasan-data-settle.png.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02-bom-50-record.png.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12-sumber-akun-posting.png.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20-keseluruhan-jurnal.png.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21-buku-besar.png.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34-sdm-hrd.png.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34-sdm-hrd-semua-tab-lulus.png.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30-pengajuan-anda.png.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03-procurement_pr-50-record.png.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06-procurement_invoice-50-record.png.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04-procurement_po-50-record.png.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09-shipment-50-record.png.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layar live: 35-inventaris-general-affair.png. Sumber kebutuhan: Fitur DKB SmartPOS.xlsx. Bukti layar menunjukkan menu dan data; status bisnis end-to-end mengikuti batas verifikasi pada dokumen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6c19746c1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2beebf7ffd41cd" /><Relationship Type="http://schemas.openxmlformats.org/officeDocument/2006/relationships/slideLayout" Target="/ppt/slideLayouts/slideLayout1.xml" Id="Rf293031fd62a4a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93031fd62a4a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8f9781dd14201" /><Relationship Type="http://schemas.openxmlformats.org/officeDocument/2006/relationships/notesSlide" Target="/ppt/notesSlides/notesSlide1.xml" Id="R56dbfdcf2ad844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cba4b1e634f3a" /><Relationship Type="http://schemas.openxmlformats.org/officeDocument/2006/relationships/notesSlide" Target="/ppt/notesSlides/notesSlide2.xml" Id="Rad22d946d7cd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3120ebe454393" /><Relationship Type="http://schemas.openxmlformats.org/officeDocument/2006/relationships/notesSlide" Target="/ppt/notesSlides/notesSlide3.xml" Id="R28e156b2ebb341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4fac9fdd44988" /><Relationship Type="http://schemas.openxmlformats.org/officeDocument/2006/relationships/notesSlide" Target="/ppt/notesSlides/notesSlide4.xml" Id="Re5c0c0da01ab44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756a0f5b54f3f" /><Relationship Type="http://schemas.openxmlformats.org/officeDocument/2006/relationships/image" Target="/ppt/media/image.png" Id="R3230600bb3cc4eb7" /><Relationship Type="http://schemas.openxmlformats.org/officeDocument/2006/relationships/notesSlide" Target="/ppt/notesSlides/notesSlide5.xml" Id="R1d9b2f410b5c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eb7bdec644e48" /><Relationship Type="http://schemas.openxmlformats.org/officeDocument/2006/relationships/image" Target="/ppt/media/image2.png" Id="R60e43f9cbb1f4305" /><Relationship Type="http://schemas.openxmlformats.org/officeDocument/2006/relationships/notesSlide" Target="/ppt/notesSlides/notesSlide6.xml" Id="Rf7fcba5d065245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58b52b2264ae2" /><Relationship Type="http://schemas.openxmlformats.org/officeDocument/2006/relationships/image" Target="/ppt/media/image3.png" Id="R8bfefd4d7c424b34" /><Relationship Type="http://schemas.openxmlformats.org/officeDocument/2006/relationships/notesSlide" Target="/ppt/notesSlides/notesSlide7.xml" Id="Rb541535c9e73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ec07e0d9e4360" /><Relationship Type="http://schemas.openxmlformats.org/officeDocument/2006/relationships/image" Target="/ppt/media/image4.png" Id="R2935449d13274c9a" /><Relationship Type="http://schemas.openxmlformats.org/officeDocument/2006/relationships/notesSlide" Target="/ppt/notesSlides/notesSlide8.xml" Id="R672e4237152846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bd1405f904daa" /><Relationship Type="http://schemas.openxmlformats.org/officeDocument/2006/relationships/image" Target="/ppt/media/image5.png" Id="Rd54a3aba478f4ac0" /><Relationship Type="http://schemas.openxmlformats.org/officeDocument/2006/relationships/notesSlide" Target="/ppt/notesSlides/notesSlide9.xml" Id="Rabad6e06d8da4b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02a2ff9724e02" /><Relationship Type="http://schemas.openxmlformats.org/officeDocument/2006/relationships/image" Target="/ppt/media/image6.png" Id="R83d850f9577c4240" /><Relationship Type="http://schemas.openxmlformats.org/officeDocument/2006/relationships/notesSlide" Target="/ppt/notesSlides/notesSlide10.xml" Id="Rfd23d9b524304f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c8fc294c249a1" /><Relationship Type="http://schemas.openxmlformats.org/officeDocument/2006/relationships/image" Target="/ppt/media/image7.png" Id="R680617c8982543b0" /><Relationship Type="http://schemas.openxmlformats.org/officeDocument/2006/relationships/notesSlide" Target="/ppt/notesSlides/notesSlide11.xml" Id="R3dba4544d42b47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05b236a494892" /><Relationship Type="http://schemas.openxmlformats.org/officeDocument/2006/relationships/image" Target="/ppt/media/image8.png" Id="R772a8c670c3c40a4" /><Relationship Type="http://schemas.openxmlformats.org/officeDocument/2006/relationships/notesSlide" Target="/ppt/notesSlides/notesSlide12.xml" Id="R4a6ae88e670249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a22f82304b58" /><Relationship Type="http://schemas.openxmlformats.org/officeDocument/2006/relationships/image" Target="/ppt/media/image9.png" Id="Rafa8f734013b4250" /><Relationship Type="http://schemas.openxmlformats.org/officeDocument/2006/relationships/notesSlide" Target="/ppt/notesSlides/notesSlide13.xml" Id="Rc371663d12ab44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f673e2df04a57" /><Relationship Type="http://schemas.openxmlformats.org/officeDocument/2006/relationships/image" Target="/ppt/media/image10.png" Id="Rbf9c0f60260843e3" /><Relationship Type="http://schemas.openxmlformats.org/officeDocument/2006/relationships/notesSlide" Target="/ppt/notesSlides/notesSlide14.xml" Id="R39ccc3e737e645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df6e6cdd946db" /><Relationship Type="http://schemas.openxmlformats.org/officeDocument/2006/relationships/image" Target="/ppt/media/image11.png" Id="Rbb3ce472a5bb45de" /><Relationship Type="http://schemas.openxmlformats.org/officeDocument/2006/relationships/notesSlide" Target="/ppt/notesSlides/notesSlide15.xml" Id="R5aaba85e74654f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6a175ab7f4adb" /><Relationship Type="http://schemas.openxmlformats.org/officeDocument/2006/relationships/image" Target="/ppt/media/image12.png" Id="R9f38e71e702e4827" /><Relationship Type="http://schemas.openxmlformats.org/officeDocument/2006/relationships/notesSlide" Target="/ppt/notesSlides/notesSlide16.xml" Id="R4f2b20cd04e742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5c8b32f454ca9" /><Relationship Type="http://schemas.openxmlformats.org/officeDocument/2006/relationships/image" Target="/ppt/media/image13.png" Id="Rb98169e6891d43c5" /><Relationship Type="http://schemas.openxmlformats.org/officeDocument/2006/relationships/notesSlide" Target="/ppt/notesSlides/notesSlide17.xml" Id="R3dc2c8d4726248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8b79f410e49c0" /><Relationship Type="http://schemas.openxmlformats.org/officeDocument/2006/relationships/image" Target="/ppt/media/image14.png" Id="R04f56c72eeae4c25" /><Relationship Type="http://schemas.openxmlformats.org/officeDocument/2006/relationships/notesSlide" Target="/ppt/notesSlides/notesSlide18.xml" Id="R6a2b9914a1a749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d0591b8854ba1" /><Relationship Type="http://schemas.openxmlformats.org/officeDocument/2006/relationships/image" Target="/ppt/media/image15.png" Id="Rce891d5d336e401a" /><Relationship Type="http://schemas.openxmlformats.org/officeDocument/2006/relationships/notesSlide" Target="/ppt/notesSlides/notesSlide19.xml" Id="Rfd99bfbdb2514c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a44bdaea64d89" /><Relationship Type="http://schemas.openxmlformats.org/officeDocument/2006/relationships/notesSlide" Target="/ppt/notesSlides/notesSlide20.xml" Id="R592c00fd87ff42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3183041d449fb" /><Relationship Type="http://schemas.openxmlformats.org/officeDocument/2006/relationships/notesSlide" Target="/ppt/notesSlides/notesSlide21.xml" Id="R2ff46dbc98544d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F30C9-6B7A-4CC6-AAFA-18A2964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UAT dan User Manual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ABChicken POS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DC5AC-3750-4F09-AF7E-9972AAA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3C6C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C6C2"/>
                </a:solidFill>
                <a:latin typeface="Arial"/>
                <a:ea typeface="Arial"/>
                <a:cs typeface="Arial"/>
              </a:rPr>
              <a:t>Windows dan Android | Varian abchicken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33227-654D-41FF-B108-53C80F15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862"/>
          </a:solidFill>
          <a:ln xmlns:a="http://schemas.openxmlformats.org/drawingml/2006/main" w="9525">
            <a:solidFill>
              <a:srgbClr val="D868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E3CD3-AC79-40ED-881D-88697E6F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Rev2 | 29 September 2026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 1.34.52+215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DF6A1-F023-4469-9D23-F73AFF5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DE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DEE8"/>
                </a:solidFill>
                <a:latin typeface="Arial"/>
                <a:ea typeface="Arial"/>
                <a:cs typeface="Arial"/>
              </a:rPr>
              <a:t>Pemetaan 58 kebutuhan, bukti layar live, data uji, petunjuk instalasi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A4358-2297-49A1-98DB-23A4437D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</a:t>
            </a:r>
          </a:p>
        </p:txBody>
      </p:sp>
    </p:spTree>
    <p:extLst>
      <p:ext uri="{BB962C8B-B14F-4D97-AF65-F5344CB8AC3E}">
        <p14:creationId xmlns:p14="http://schemas.microsoft.com/office/powerpoint/2010/main" val="1191546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5FADF-998D-4706-9065-8A1F038B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Keputusan pengujian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A9105-8D59-4B7F-827C-CEFFE83C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C88EE-B93D-4A1C-9BD5-6F1D904B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Ringkasan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9F0C6-7A83-4C4B-9BB2-0DF4F67E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DF57B-E816-4C61-8AF6-46E71F4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58 kebutuhan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FED29-B33A-4E4C-B597-4681A546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tercatat pada kontrak fitur yang sama untuk Windows dan 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3510B-A513-4F33-BF76-2B5079CE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370 aksi literal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1A1C8-F3E6-4400-828F-2677A467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ditemukan pada klien dan memiliki pasangan literal pada source server yang diperiksa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67009-3544-4204-B1DF-78AE69DD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4"/>
          </a:solidFill>
          <a:ln xmlns:a="http://schemas.openxmlformats.org/drawingml/2006/main" w="9525">
            <a:solidFill>
              <a:srgbClr val="F4D7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A619E-DE27-4739-B485-9A1AF282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Bukti live memvalidasi layar dan data utama. Bukti tersebut belum membuktikan seluruh aturan bisnis secara end to end. Satu akun backoffice telah terverifikasi; akun kasir terpisah belum diprovisioning.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45A79-362F-47F1-9BA7-B28F73B9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Perbaikan Rev2 memulihkan identitas pengguna untuk cache HRD local-first yang terpisah per tenant dan akun.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9BD3B-DAF5-4733-B269-16B0F35C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2</a:t>
            </a:r>
          </a:p>
        </p:txBody>
      </p:sp>
    </p:spTree>
    <p:extLst>
      <p:ext uri="{BB962C8B-B14F-4D97-AF65-F5344CB8AC3E}">
        <p14:creationId xmlns:p14="http://schemas.microsoft.com/office/powerpoint/2010/main" val="309674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47B79F-CCB0-47B9-846A-D899AEF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Data live pada proses utama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7626F-8456-4E8B-BCE6-C29BDC40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A0F5C-C493-4A9B-BD3E-318098CE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Bukti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17C16-9A8F-480D-A27A-745219D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14273-3D51-4DB7-824C-8AD886FA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Pesanan outlet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D543B-975C-4538-8A54-D959A8F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573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53170-4784-448B-83C9-00292847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FE5D4-1723-469C-8F79-77820CE7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955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Resep dan BOM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25AFA-3708-472B-859F-AE04408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764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006DA-5A22-4F9F-BC5C-F86C46AB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05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F7D6D-FD71-4C7C-A6D5-24E0E7DD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PR, PO, BAST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4EE49-2C5A-4ABF-B0A4-F8871191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956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2308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170 masing-masing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F6A75-20C3-41E1-9814-F926FD4D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8D805-B53C-4AEA-80D7-B2BFA356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338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Tagihan dan pembayaran vendor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E05C6-3DBE-404D-82F3-593242BC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147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2308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170 masing-masing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71D5B-894A-415F-BB99-66CFC7A6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DCAC7-F32F-4868-BDEB-9CCFBFA7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5297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Produksi dan packing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25B75-61BF-4865-9822-4A595D83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339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C434A-F8DB-4E31-AF80-7AF577FD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5857C-A23D-46E6-B829-6F1D1E0F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Pengiriman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16712-896C-4F09-AB0D-40F9AE71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4573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270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69D3F-3966-49E5-B452-6F75654B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85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30DD9-7E1B-413C-8E88-EEAC59F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955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Retur dan klaim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653261-4946-4FEC-B210-AB2E60AB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764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B0668-4299-4A97-AAD9-B94DFF38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66C499-845A-47D7-B6CF-383566FD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1467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Penjualan POS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18B093-A1E6-41E8-8679-47BB041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0956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220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03AC8C-C636-4A18-9336-EA5AC917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24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4FB19-76DC-4997-9641-1325ADE9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338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Jurnal umum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25888-DCFF-41B0-A32F-B8271BCD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9147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302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A21731-A7FD-4E62-99D5-673632F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43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FE7"/>
          </a:solidFill>
          <a:ln xmlns:a="http://schemas.openxmlformats.org/drawingml/2006/main" w="9525">
            <a:solidFill>
              <a:srgbClr val="DADFE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7CBFF-0C18-4172-AC39-97AC359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E2F2D"/>
                </a:solidFill>
                <a:latin typeface="Arial"/>
                <a:ea typeface="Arial"/>
                <a:cs typeface="Arial"/>
              </a:rPr>
              <a:t>Laporan agregat mengikuti struktur aslinya. Neraca saldo 5 baris, laba rugi 7, neraca 9, dan arus kas 5. Data palsu tidak ditambahkan untuk mengejar angka 50.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E6CC0F-64FE-4680-9FCB-FBA2239B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3</a:t>
            </a:r>
          </a:p>
        </p:txBody>
      </p:sp>
    </p:spTree>
    <p:extLst>
      <p:ext uri="{BB962C8B-B14F-4D97-AF65-F5344CB8AC3E}">
        <p14:creationId xmlns:p14="http://schemas.microsoft.com/office/powerpoint/2010/main" val="2062920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15C36-E39E-4EF2-8874-EF9E8C7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Cakupan empat workbook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EAB0-E17D-48E5-BD29-023EA237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5A7B6-0E87-4DCF-B80B-4EB2680A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sumber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65B0A-09B8-479C-A1C7-A3DD1DF7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53DBE-26AD-4A77-AFAE-483044B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41C51-7713-4FDC-8BFD-BD1E61DE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Fitur DKB SmartPOS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493DC-3461-4F6A-A823-CA24A7F9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58 kebutuhan dipetakan ke menu dan kontrak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AC138-A42E-42A6-9665-4026F60B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9525">
            <a:solidFill>
              <a:srgbClr val="E3E6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7AECF-705A-4102-B1A1-FCAD47E0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FE567-F3E5-4F32-AB69-B76EAFE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DATA MASTER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E8F96-B8F5-4D42-9573-ACAAD814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19375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91 outlet internal, 16 pelanggan eksternal, 60 packing unik, 171 gudang pusat unik, 64 supplier packing, dan 202 supplier gudang unik.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EA96C-BDBE-4744-B9EB-353674B9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956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9525">
            <a:solidFill>
              <a:srgbClr val="E3E6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32120-770C-4871-94B8-B61967E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4318B-D2C9-49EE-8A42-859170A2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MASTER MENU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90D00-4C03-4AC6-BCCB-BC941A08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197 baris DRABHAS dan 181 SKU unik. Sumber memiliki 16 kode ganda dan 11 formula #REF! yang perlu diperbaiki pemilik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38EF3-7EBF-4E2C-9FEC-CD3AF554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9525">
            <a:solidFill>
              <a:srgbClr val="E3E6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88BA6-B999-456B-9028-770929EA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697CA-8261-417D-9BAA-45406499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Harian DR Cibanteng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86058-A330-4AF8-832E-E19CB769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31 sheet harian terpetakan ke Laporan Harian Outlet. Tidak ditemukan nilai error formula saat audit.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5BDA1-05BE-494F-AD0F-3467954A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769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9525">
            <a:solidFill>
              <a:srgbClr val="E3E6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551C2-E957-488B-9A8D-0E95BD2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4</a:t>
            </a:r>
          </a:p>
        </p:txBody>
      </p:sp>
    </p:spTree>
    <p:extLst>
      <p:ext uri="{BB962C8B-B14F-4D97-AF65-F5344CB8AC3E}">
        <p14:creationId xmlns:p14="http://schemas.microsoft.com/office/powerpoint/2010/main" val="1289223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EF840-A42A-474A-9C1C-FDD8440F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Kasir, antrean, dan POS offline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CA96F-6E0C-4736-AFA5-064DC434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C47AF-E8B2-4814-8EF8-F9A076C9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DKB-01 sampai DKB-05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01CDF-E734-4C93-A5DD-93954A81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7C97C-837D-48A0-9CD6-669021C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0600bb3cc4eb7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B9E18-210C-4799-99FE-4D627D3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463A6-BBD3-4C0A-9FAF-D230CD31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657C3-8EA5-48BC-A823-D8EBE68E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2D58F-2EBE-44D2-9F47-E99337C6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DKB-01 Kasir, billing, foto produk, struk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DKB-02 Nomor antrean dan catatan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DKB-03 Waste dan retur barang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DKB-04 Manager Meal dan crew meal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DKB-05 Penjualan per jam dan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19492-89D7-441E-BF6A-CE2CADB8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0D4EF-B72D-47B0-83B2-61414F00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A2A98-CC80-44B2-BCC8-7BF0DC7B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Menu Operasional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DBD97-4EB2-44D9-898B-FD4BCE75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30A37-E509-45A6-9E40-57158E6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Daftar transaksi POS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152E6-EC92-4864-9633-770E9D33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E451E-4C8F-4EAD-AC5F-31DBA3E9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Data uji 220 transaksi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F76EF-0907-41E8-9468-D10AFBA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5</a:t>
            </a:r>
          </a:p>
        </p:txBody>
      </p:sp>
    </p:spTree>
    <p:extLst>
      <p:ext uri="{BB962C8B-B14F-4D97-AF65-F5344CB8AC3E}">
        <p14:creationId xmlns:p14="http://schemas.microsoft.com/office/powerpoint/2010/main" val="199722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85CA4-7B95-4611-AFC6-6951452C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Self order, shift, dan laporan laba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30782-B688-41C0-9124-8D54EAB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D9EC5-7FB4-4023-B7A3-82A78815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Operational | DKB-06 sampai DKB-09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3CAED-9D7D-48C5-9423-DDCAFEB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750F3-5DA6-41C2-B13F-B7854AD0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43f9cbb1f4305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C40E1-61FF-4698-8DDB-F93313B6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0CBC0-FEF4-4EA3-8AB2-41630CE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912AF-B964-43BC-B41E-80BAE526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A5F06-5ABD-4E82-8C80-FC52DDE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DKB-06 Laba rugi dan COGS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DKB-07 Self order melalui QR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DKB-08 Buka dan tutup shift otomatis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DKB-09 POS local-first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D6350-FB22-4104-95F0-EA1BE50C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A35D0-FB1D-4873-AC5A-EA8B963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3AD3E-30D9-4857-B36B-A2AC3DC3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Pusat Operasi tenant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EFA6F-D06C-4DD6-9935-71C40734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849EA-24D7-4EED-A655-12B62748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Ringkasan status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CEA19-A9AD-479E-85EB-FA1ED619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67F91-A0BF-403D-BE07-E3C367A3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Kontrol pemuatan ulang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2FE55-F864-41A8-9394-63D66EEE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6</a:t>
            </a:r>
          </a:p>
        </p:txBody>
      </p:sp>
    </p:spTree>
    <p:extLst>
      <p:ext uri="{BB962C8B-B14F-4D97-AF65-F5344CB8AC3E}">
        <p14:creationId xmlns:p14="http://schemas.microsoft.com/office/powerpoint/2010/main" val="2025892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EA949-B5FA-49D9-92EF-472EC4CF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HPP, resep, dan ingredient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05048-7E8C-493C-9FB0-BBFF1734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60AAE-8B5A-4B97-9026-25C5C8B4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DKB-10 sampai DKB-13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AC80-4E1B-444D-87F7-407F666F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1BA85-4091-4D31-90F5-11153FC3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efd4d7c424b34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AFA75-85B0-42EA-B95C-4BAA729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0DAFB-FF68-4C25-891D-0E4735D3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F985D-71F1-44F1-9C9B-5BB8393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2010E-11A7-485E-9401-BFAD9B9F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DKB-10 Update HPP lintas outlet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DKB-11 Hapus resep dan menu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DKB-12 Hapus ingredient dengan checklist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DKB-13 Custom menu dengan checklist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BDA7B-2866-4D48-ACB0-B82956C8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A77F4-798F-4EDD-8958-433461D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EE985-1F6C-45D4-BB53-B99D9D9B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 Resep dan BOM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0DF4A-65B1-4542-8C89-00B45774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9C0AD-DAF3-4F22-8794-76CC89BE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Filter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2FFBF-4FD4-4978-8A0C-A677E21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1C786-0BB5-493E-9F0E-0C264C41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60 resep tersedia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44991-0C3F-4FB6-B98F-C642462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7</a:t>
            </a:r>
          </a:p>
        </p:txBody>
      </p:sp>
    </p:spTree>
    <p:extLst>
      <p:ext uri="{BB962C8B-B14F-4D97-AF65-F5344CB8AC3E}">
        <p14:creationId xmlns:p14="http://schemas.microsoft.com/office/powerpoint/2010/main" val="17136499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7DF9F-11EC-4D24-80EE-B1E49EB6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Analisis produk dan harga kanal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BE077-0461-467A-BF97-2AC75BB0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76C2D-789E-44D4-A004-241F280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Research &amp; Development | DKB-14 sampai DKB-17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2191E-9C8C-4386-9A92-EBF1EBCE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3918B-D998-48A1-9CAE-E42EFAE6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5449d13274c9a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D7E62-DCDD-4C13-8826-67275431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6F926-10F5-407B-B2F9-FB4FA6C2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6997A-904B-47AD-9AFD-EFA16167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15432-8D20-4119-AF7B-D5FFB37E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DKB-14 Produk terbanyak dan tersedikit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DKB-15 Laporan penjualan produk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DKB-16 Laporan sales type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DKB-17 Harga per kategori dan kanal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7FA79-FCE1-40E1-A89B-B280F081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C4322-51FD-4D0C-BFB8-B35D2AF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A1AC2-BEC0-4773-8FF9-0AFCB39A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Sumber akun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DC7B1-E845-4FB7-A9CB-1B882870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1F0DA-1FD0-4D3C-B852-D43C8B7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Daftar pemetaan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C35B7-D3FB-4607-93AE-997A6AFF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AB004-7267-4164-8679-6D09766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Aksi pengelolaan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D22C4-F00D-40CE-9C37-9BCB029F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8</a:t>
            </a:r>
          </a:p>
        </p:txBody>
      </p:sp>
    </p:spTree>
    <p:extLst>
      <p:ext uri="{BB962C8B-B14F-4D97-AF65-F5344CB8AC3E}">
        <p14:creationId xmlns:p14="http://schemas.microsoft.com/office/powerpoint/2010/main" val="18404257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A31AA-011B-40BA-BF0A-7527D26C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Audit penjualan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64E4E-72B4-45D8-9606-89819B70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B0D48-5EC3-4698-B6D6-B5198472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DKB-18 sampai DKB-22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75F6D-3143-4F42-A42E-77EB6E2F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2418A-858D-42F6-B9E2-0F95277E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a3aba478f4ac0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01D98-CAB3-4172-A6D0-AA63E777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E47D7-1126-4AAF-BADA-02D00965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D197A-90A3-4426-AA2E-A4F8B489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D9517-6BBC-4888-83B6-0A870216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DKB-18 Ringkasan penjualan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DKB-19 Gross profit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DKB-20 Metode pembayaran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DKB-21 Produk terjual per toko dan hari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DKB-22 Item refund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51F60-FF24-4515-BCB0-1632D92F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D41DA-D773-4F7C-A0A5-68A9E3F3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97D7F-9CFE-4019-8AE9-8F141DD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 laporan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C6C5B-575A-4A6F-8414-B600109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E0DA9-D5BA-42DC-8F1E-3995969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Daftar jurnal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9A62C-2B7F-4299-ACEF-94A74DD4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D758D-43E3-4F6E-9358-500B8E85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baris jurnal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4A0ED-B102-4D91-9701-6AF53BEF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9</a:t>
            </a:r>
          </a:p>
        </p:txBody>
      </p:sp>
    </p:spTree>
    <p:extLst>
      <p:ext uri="{BB962C8B-B14F-4D97-AF65-F5344CB8AC3E}">
        <p14:creationId xmlns:p14="http://schemas.microsoft.com/office/powerpoint/2010/main" val="1282944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9637E-98C9-4A3F-9833-E3D6FAD8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Audit shift, stok, dan waste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30AE7-F35C-4650-9DCE-724AB4C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31C89-9B1F-4177-B4F2-41278EC9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Audit &amp; Surveillance | DKB-23 sampai DKB-27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1F937-29F2-43B7-A073-3CE2ADC3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8585A-C40B-42FF-A5B3-F630A883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850f9577c4240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D32EF-C996-477F-AE74-A9B06C42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B38B6-A4B6-4BAC-88F5-793C7E2A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8086D-110A-43C7-8F00-08818046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F7B2B-FB0B-4356-BD8D-382CD7B5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DKB-23 Transaksi harian, bulanan, tahunan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DKB-24 Rekonsiliasi sesi kasir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DKB-25 Mutasi dan saldo stok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DKB-26 Ringkasan selisih stok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DKB-27 Ringkasan waste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5008D-392B-4E1A-84C0-07FD7F52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4625C-F3A0-4ED7-81E1-00377768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8722C-E54D-4F20-8AF2-4406D0CA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Filter periode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70CA6-EDAD-4F20-8A9F-C1230C26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99492-2825-4C88-92CC-211EAE4F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Buku besar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8C68B-B710-4054-9C9D-D8125EA5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51F70-2405-4071-8D59-5C266FDA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302 baris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E4B19-DB4A-448F-923B-AF6C80ED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10</a:t>
            </a:r>
          </a:p>
        </p:txBody>
      </p:sp>
    </p:spTree>
    <p:extLst>
      <p:ext uri="{BB962C8B-B14F-4D97-AF65-F5344CB8AC3E}">
        <p14:creationId xmlns:p14="http://schemas.microsoft.com/office/powerpoint/2010/main" val="193933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2D636-8464-4A6D-841A-A016B385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Cuti, izin, dan kehadiran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E14D9-D42A-4023-8CF0-31436EAC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A9B98-7986-4E71-8808-593EB414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DKB-28 sampai DKB-32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B3895-ED37-4BDB-B5C2-D05808D3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ABA1B-0A92-45F5-BFE7-2195D33D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617c8982543b0"/>
          <a:stretch xmlns:a="http://schemas.openxmlformats.org/drawingml/2006/main"/>
        </p:blipFill>
        <p:spPr>
          <a:xfrm xmlns:a="http://schemas.openxmlformats.org/drawingml/2006/main">
            <a:off x="571500" y="1755577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B2446-F8A5-4250-8688-9DE8E142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9A975-D2B4-4B38-92F0-563E3DF8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2FB24-4B9F-4722-A929-E1A6F9DF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BA55D-4A33-4D94-860F-883E4BDC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DKB-28 Cuti online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DKB-29 Presensi foto, fingerprint, QR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DKB-30 Sakit dan izin dengan approval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DKB-31 Grafik kedisiplinan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DKB-32 Riwayat kehadiran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C0F1F-4683-4D4A-A2C2-45E7BFFA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338EB-8781-4835-B216-7315C04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6BAF1-FEFE-4330-AF3F-9D8669BD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 SDM dan HRD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67B47-A591-4A20-B3E9-9500FB1B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A3C84-4A69-43C3-9C97-83908FA4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Pencarian pegawai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31600-EA90-4142-A3FE-9D2B818B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2AE39-9630-4179-91DE-FAE8630D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Kontrol pemuatan ulang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B0838-7FE0-4E0D-8B23-26D8E85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11</a:t>
            </a:r>
          </a:p>
        </p:txBody>
      </p:sp>
    </p:spTree>
    <p:extLst>
      <p:ext uri="{BB962C8B-B14F-4D97-AF65-F5344CB8AC3E}">
        <p14:creationId xmlns:p14="http://schemas.microsoft.com/office/powerpoint/2010/main" val="16765595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DA874-099D-4965-A686-B981B14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Akun pegawai dan payroll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5EBC9-4B82-4403-AF96-8EAECD8E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C371B-7B17-4E93-BE9A-A09F364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DKB-33 sampai DKB-38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93448-4D36-4EAE-824D-241EA28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EB949-1121-4257-90A1-D29B9364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a8c670c3c40a4"/>
          <a:stretch xmlns:a="http://schemas.openxmlformats.org/drawingml/2006/main"/>
        </p:blipFill>
        <p:spPr>
          <a:xfrm xmlns:a="http://schemas.openxmlformats.org/drawingml/2006/main">
            <a:off x="571500" y="1755577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D3EBA-2EDB-4C84-8969-CD64CF2D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FD12A-64A3-4688-ACCD-4AC1AA00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50509-06B6-4659-B235-A2FED883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11C9F-4CCB-4463-BAE2-04F61165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DKB-33 Akun presensi pegawai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DKB-34 Lembur dengan surat perintah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DKB-35 Jenjang gaji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DKB-36 Kasbon dan potongan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DKB-37 Slip gaji mandiri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DKB-38 ID pengguna pegawai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F46ED-0196-43E6-BFE4-83C1974B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6A6A4-7A65-4F0C-BCC8-2FB66F76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3AF78-2ECD-41B4-870E-565CD3F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Master HRD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FC082-2A5A-441B-B6D8-6C9F5DC7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A5A9C-C545-4D97-BAF6-E7F02D2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Data master per tenant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D9836-65B7-4733-9863-49AEDABF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AD7EF-6204-4BF1-A848-06F3D22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Semua tab terbuka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C4841-B24A-4B7E-910B-8C9DE35E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12</a:t>
            </a:r>
          </a:p>
        </p:txBody>
      </p:sp>
    </p:spTree>
    <p:extLst>
      <p:ext uri="{BB962C8B-B14F-4D97-AF65-F5344CB8AC3E}">
        <p14:creationId xmlns:p14="http://schemas.microsoft.com/office/powerpoint/2010/main" val="835926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516D4-4AA0-4D21-9879-C4EEE111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Aturan potongan pegawai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3FF70-F3A1-4F79-95EB-BE0C509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A35FD-C41B-4A58-941E-8F2F9E91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HRD | DKB-39 sampai DKB-41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C9CE9-2BE9-4A76-B841-47CAB4E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48346-1EF9-4BCB-9BCB-6166B093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8f734013b4250"/>
          <a:stretch xmlns:a="http://schemas.openxmlformats.org/drawingml/2006/main"/>
        </p:blipFill>
        <p:spPr>
          <a:xfrm xmlns:a="http://schemas.openxmlformats.org/drawingml/2006/main">
            <a:off x="571500" y="1755577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37EB0-1FB7-4393-830C-BD4AFA5D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A6CA8-C8FC-4A95-8FD8-180B5C83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1E365-BD19-458E-A487-20A90E5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8E3A9-AEEE-41B6-8102-98E6E5F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DKB-39 Notes minusan setelah audit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DKB-40 Resign dadakan dan potongan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DKB-41 Masa kerja di bawah 10 hari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9642D-8CA7-4D3D-A840-B1B9FC6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C808E-F480-45B7-B40A-6C7E004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D8CBF-D4F3-426C-9E73-B27CA0DC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Daftar pengajuan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25588-1438-471B-93D3-40158C63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AFC7C-B195-4A8E-9645-12189976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Filter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6FA60-69D5-4E77-B6E6-4F5E50A8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6E9C7-93F4-4A89-B24D-95F041A1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Aksi pengajuan baru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E44E7-95C9-43C4-8CBF-989D6CE4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13</a:t>
            </a:r>
          </a:p>
        </p:txBody>
      </p:sp>
    </p:spTree>
    <p:extLst>
      <p:ext uri="{BB962C8B-B14F-4D97-AF65-F5344CB8AC3E}">
        <p14:creationId xmlns:p14="http://schemas.microsoft.com/office/powerpoint/2010/main" val="17793580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D2AB7-B27B-446B-8B2D-1287A5D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Purchase request dan supplier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EE15D-7910-479B-B6C7-DB52E39D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512B2-C6BE-4712-866E-0EB9023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DKB-42 sampai DKB-44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E5D53-172D-4F61-9706-EFF1CAFA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A9E5E-748E-4099-933E-FD409A39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c0f60260843e3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7A5DB-BE31-4D4F-BDE3-E3B0F74F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0F44D-8749-4AA6-BA80-986ED07D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B5F53-DEAE-449D-B886-EFFAFB7B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B15FF-03A8-464B-88CF-6C479704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DKB-42 Purchase Request lintas divisi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DKB-43 Laporan Purchase Request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DKB-44 Daftar supplier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3C219-AFBD-418E-8016-1E04C612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FFEED-FCDD-41C7-9EB7-F22EA66B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12AF3-53F5-4150-9126-698D3867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 PR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1A599-2A28-40FB-B297-0DA5D7DA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99414-D4BE-4795-86C5-FDFE677E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Pencarian dan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E2256-73DF-4B09-A8BA-7C685A18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FE98B-254B-40CD-9AD0-2E9F66A3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PR tersedia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54173-FB5D-4EC1-9BAB-D9AFCFFD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14</a:t>
            </a:r>
          </a:p>
        </p:txBody>
      </p:sp>
    </p:spTree>
    <p:extLst>
      <p:ext uri="{BB962C8B-B14F-4D97-AF65-F5344CB8AC3E}">
        <p14:creationId xmlns:p14="http://schemas.microsoft.com/office/powerpoint/2010/main" val="21355106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438AB-F0CC-418A-8BFE-0B29B505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Pembelian, hutang, dan retur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000C4-E196-4EF0-9FC6-E96015B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C7FB1-64B0-4E2E-8659-702F45B7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Purchase | DKB-45 sampai DKB-48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AF5C4-2BEE-4F90-A0C4-FADC1B5A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EB315-003B-4526-BF9F-7B34699F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ce472a5bb45de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6AAD5-F6E6-4819-9B8D-58C82B79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439D9-20BA-4A63-B630-14494D84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68DBE-866E-44C1-8F92-9E728560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8D7BE-1A65-494F-B893-5D8834E4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DKB-45 Daftar pembelian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DKB-46 Laporan per supplier, jenis, item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DKB-47 Pengingat jatuh tempo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DKB-48 Retur supplier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FBFB6-0810-427F-B830-962937FF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3A634-A0FC-42EF-BFA0-2698C52E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6409F-4ED2-4181-86AF-E6F1936D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 tagihan vendor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1B127-85A1-43E5-BDEF-404AB5F8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C56F2-204D-48B7-8E33-530A9582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Daftar dokumen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862C1-DC2F-4FCC-B77D-AD174B4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08E10-DE07-47A1-B374-19B6222A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tagihan tersedia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C4E48-B6D0-4541-812D-497290CF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15</a:t>
            </a:r>
          </a:p>
        </p:txBody>
      </p:sp>
    </p:spTree>
    <p:extLst>
      <p:ext uri="{BB962C8B-B14F-4D97-AF65-F5344CB8AC3E}">
        <p14:creationId xmlns:p14="http://schemas.microsoft.com/office/powerpoint/2010/main" val="5557768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2BDD6-9BDF-48CA-8BA5-35ACAFFC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PO dan surat jalan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54C38-C1FD-48FC-8F4E-26AD198E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FC0E3-F348-4039-ADD1-C3BB111A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Supply Chain | DKB-49 sampai DKB-52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44570-4B2F-4EB2-B61B-FE82B2AF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18B2C-C0FC-4676-A8B2-9CCABDCD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8e71e702e4827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D62D2-18C1-489E-ADD2-31273F6D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6504E-8DA8-4A73-9707-80B3987A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FE60D-8462-48B6-AE73-15D795EB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B2D69-1DA2-43B5-874D-D0449E24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DKB-49 PO dari divisi pemesan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DKB-50 Edit pengurangan barang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DKB-51 Surat jalan dan tanda tangan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DKB-52 Pemakaian serta sisa stok outlet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B709E-5FEF-4711-A49E-5901999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6C4AA-96CC-4A53-A95A-62E8DE7D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693B6-E0FA-48B1-93F7-6BBFF80F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 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DFCF6-1E42-4BE7-A027-B60B332E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44B98-9A20-49C7-A0F3-DBA2A6E6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Daftar 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3DFDE-7510-4B53-A47F-849D71C5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268C3-C41B-41E9-AB14-3846A502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170 PO tersedia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C1286-3694-42BF-9AB6-1885E5AC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16</a:t>
            </a:r>
          </a:p>
        </p:txBody>
      </p:sp>
    </p:spTree>
    <p:extLst>
      <p:ext uri="{BB962C8B-B14F-4D97-AF65-F5344CB8AC3E}">
        <p14:creationId xmlns:p14="http://schemas.microsoft.com/office/powerpoint/2010/main" val="7047074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3BA9C-ACB7-4E70-AA3A-6D2FE90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Pengiriman dan retur 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E403A-8E72-49D7-91E0-588096D9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95AD3-88D2-4AD5-BDFA-711B92D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Supply Chain | DKB-53 sampai DKB-54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9BEE5-5E1E-4DFC-8010-D55C44BC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94101-7788-4902-91A5-E731B6CC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169e6891d43c5"/>
          <a:stretch xmlns:a="http://schemas.openxmlformats.org/drawingml/2006/main"/>
        </p:blipFill>
        <p:spPr>
          <a:xfrm xmlns:a="http://schemas.openxmlformats.org/drawingml/2006/main">
            <a:off x="571500" y="1733848"/>
            <a:ext cx="6953250" cy="37808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FF0AB-6EE4-478B-A758-2854DEB8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D39CF-9867-4EB6-B6D8-3AB85EE6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04527-8791-4AD8-AE30-360C89C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C982C-7DCD-4150-A5B9-80D321AD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DKB-53 Laporan pengiriman per periode, item, outlet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DKB-54 Retur dari outlet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3BFAB-0010-4584-8422-3C48C8C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39C7F-3DE6-4595-97DD-37446C03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3BBC5-7C11-4671-A715-5A032ED0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 pengiriman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C8552-D25F-4FBA-AE91-E601A09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D0426-6263-4C0C-8297-7AC689A0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Filter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9A602-8904-40BE-A1B8-C9F32A5C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8D31C-D1B7-4DDF-AA14-F9F2260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270 pengiriman tersedia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31F05-554E-4FE6-B97B-0DD5308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17</a:t>
            </a:r>
          </a:p>
        </p:txBody>
      </p:sp>
    </p:spTree>
    <p:extLst>
      <p:ext uri="{BB962C8B-B14F-4D97-AF65-F5344CB8AC3E}">
        <p14:creationId xmlns:p14="http://schemas.microsoft.com/office/powerpoint/2010/main" val="1027654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97677-1049-4358-AEF7-0A22A741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Inventaris General Affair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3E9C2-CF4F-49A1-BFE5-B1E43B0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6FF99-CB85-43E3-BEEB-888451C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General Affair | DKB-55 sampai DKB-58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6C312-9F68-436D-9A15-2B4820E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66A0E-6DCD-44CB-9700-2A44BA6C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71600"/>
            <a:ext cx="7239000" cy="4514850"/>
          </a:xfrm>
          <a:prstGeom xmlns:a="http://schemas.openxmlformats.org/drawingml/2006/main" prst="roundRect">
            <a:avLst>
              <a:gd name="adj" fmla="val 2110"/>
            </a:avLst>
          </a:prstGeom>
          <a:solidFill xmlns:a="http://schemas.openxmlformats.org/drawingml/2006/main">
            <a:srgbClr val="F9FAFC"/>
          </a:solidFill>
          <a:ln xmlns:a="http://schemas.openxmlformats.org/drawingml/2006/main" w="9525">
            <a:solidFill>
              <a:srgbClr val="D6DCE5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56c72eeae4c25"/>
          <a:stretch xmlns:a="http://schemas.openxmlformats.org/drawingml/2006/main"/>
        </p:blipFill>
        <p:spPr>
          <a:xfrm xmlns:a="http://schemas.openxmlformats.org/drawingml/2006/main">
            <a:off x="571500" y="1755577"/>
            <a:ext cx="6953250" cy="37373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CF5BE-8538-4A23-B7E2-EB23AD31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F267E-857C-474E-BF56-4D13E74D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09F2B-7792-41F1-8D9C-C2E36E95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7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4319D-DC89-4240-9B90-86993542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762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DKB-55 Pengajuan dan approval inventaris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DKB-56 Inventaris per toko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DKB-57 Retur inventaris</a:t>
            </a:r>
          </a:p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DKB-58 Perpindahan inventaris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A34BA-DE63-4D22-8661-B56378FA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529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A5E10-9330-4053-9860-B5D2E90C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24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C940E-F9DB-44FA-8701-D88B209C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339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 inventaris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32503-6049-49BA-931D-55EC0105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4455A-9215-4296-9FEB-2F045489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5777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Filter outlet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73550-C187-433C-9BF0-86434E39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72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D450A-CE36-4F5D-8080-00699167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334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Daftar aset per tenant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15DCF-54D4-44D7-BA7B-130BFB37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18</a:t>
            </a:r>
          </a:p>
        </p:txBody>
      </p:sp>
    </p:spTree>
    <p:extLst>
      <p:ext uri="{BB962C8B-B14F-4D97-AF65-F5344CB8AC3E}">
        <p14:creationId xmlns:p14="http://schemas.microsoft.com/office/powerpoint/2010/main" val="4442463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6A1EE-00C8-4917-AC2D-5AD3E59F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Laporan keuangan dan laporan harian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845FC-8843-4F78-B26E-13F5BB01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6D8EE-F5BE-4E95-B78D-065A7244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Laporan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3B65C-DD0A-489E-B589-E6587BAE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91d5d336e401a"/>
          <a:stretch xmlns:a="http://schemas.openxmlformats.org/drawingml/2006/main"/>
        </p:blipFill>
        <p:spPr>
          <a:xfrm xmlns:a="http://schemas.openxmlformats.org/drawingml/2006/main">
            <a:off x="523875" y="1638002"/>
            <a:ext cx="6762750" cy="367724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EB7CD-04CB-4726-904A-89CA673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B74B1-9792-442F-96DA-50D60558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7595B-4596-4611-A656-6A1A1164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D9B43-48F1-4B91-9E9C-54FF5B3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763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Laporan keuangan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18F97-2131-48E7-A620-ACE9D826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46EE0-C7A9-4D34-8438-3AF58796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97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Filter periode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67934-DE29-407F-A50B-052BC1C5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1D5DC-6776-4970-A27B-B5BAEA7E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Tabel laba rugi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B7485-B6B6-4805-903F-A29CDA91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38EFD-43B4-4E90-BF9C-E3124970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98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Ekspor laporan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7C416-41C1-4A45-AC8D-86DF59BF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Laporan Harian DR Cibanteng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CA5F4-E23E-44A0-8F40-F86F953C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31 sheet harian terpetakan ke Transaksi dan Laporan &gt; Laporan Harian Outlet. Source server menyediakan aksi laporan_harian_outlet. Bukti layar live khusus laporan ini belum tersedia pada paket Rev2.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C09D5-6107-4CA3-86E0-4F06F78F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19</a:t>
            </a:r>
          </a:p>
        </p:txBody>
      </p:sp>
    </p:spTree>
    <p:extLst>
      <p:ext uri="{BB962C8B-B14F-4D97-AF65-F5344CB8AC3E}">
        <p14:creationId xmlns:p14="http://schemas.microsoft.com/office/powerpoint/2010/main" val="13414127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B36C6-0BE5-4028-9474-C7906C2B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Instalasi paket 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04A4B-8959-4BD9-9212-1524D717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D0374-FDAF-4E46-A783-B0E85AF4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Windows dan Android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8AAF1-1FC7-47AF-92F9-D1DEBBD3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BD5CF-F29F-4A91-8332-DF799A94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49FD7-244B-4716-9625-6A9C8536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D2979-7F55-4065-9B15-88E78F23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050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Unduh installer dan file SHA-256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ECB9C-102A-4332-B2C5-BE84C080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46F04-BF8E-4F28-89BD-66A52E09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Cocokkan checksum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9C655-6D9A-4605-87D0-13A033C7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25EF2-29E6-4B73-AC39-815914AB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Pilih More info lalu Run anyway jika SmartScreen menolak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81F10-0B68-49BD-A91A-4A79A2A2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396C6-E0A3-4B06-BC65-5F06D587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624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Masuk, pilih Pusat AB Chicken, lalu Sinkronkan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E3B97-1F2A-4CBF-BD5A-064BB039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03DB4-85C5-453B-82A3-4793755A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E9A3D-EB87-4AAB-912C-39C03C61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050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Unduh APK pada perangkat UAT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1658D-DE80-4E9B-8E3E-29173010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0D34D-B50B-49E7-8F7C-D39242DF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908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Izinkan pemasangan dari sumber yang digunakan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866DB-301D-4429-92B2-C33C5A11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6AE7C-BC06-4112-9924-F2E47920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Pasang APK lalu matikan kembali izin tersebut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5CFEF-C1E7-48B0-B2A2-61108CBA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19050">
            <a:solidFill>
              <a:srgbClr val="FFFF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65793-1EFD-43E4-95EF-A879D959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6242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Masuk, pilih tenant, lalu Sinkronkan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95488-AD68-4D1C-8EF8-B1290125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Paket UAT: APK bertanda DEBUG/UAT dan installer Windows belum memiliki Authenticode. Gunakan hanya pada perangkat uji yang disetujui.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B7972-0201-4DFD-865C-265EA5F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20</a:t>
            </a:r>
          </a:p>
        </p:txBody>
      </p:sp>
    </p:spTree>
    <p:extLst>
      <p:ext uri="{BB962C8B-B14F-4D97-AF65-F5344CB8AC3E}">
        <p14:creationId xmlns:p14="http://schemas.microsoft.com/office/powerpoint/2010/main" val="19392546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B5C1E-3B91-434E-98AA-34580F75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Batas verifikasi dan akses uji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AEEA5-83D2-4170-909C-1595DA61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29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D"/>
          </a:solidFill>
          <a:ln xmlns:a="http://schemas.openxmlformats.org/drawingml/2006/main" w="9525">
            <a:solidFill>
              <a:srgbClr val="8E2F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D14D9-B83C-4B0B-8A9B-0799B5AD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Penutupan UAT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14FA7-BF63-4B2F-8E56-4E1BCF0A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28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2757D-7F85-4A77-AD84-E2252461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2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24B"/>
                </a:solidFill>
                <a:latin typeface="Arial"/>
                <a:ea typeface="Arial"/>
                <a:cs typeface="Arial"/>
              </a:rPr>
              <a:t>Yang sudah terverifikasi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FBEB6-12A6-4DF1-AC23-A4B05599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857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Source fitur Windows dan Android</a:t>
            </a:r>
          </a:p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Pasangan 370 aksi literal klien dan server</a:t>
            </a:r>
          </a:p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Data live proses utama</a:t>
            </a:r>
          </a:p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Modul HRD setelah pemulihan konteks tenant</a:t>
            </a:r>
          </a:p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Build APK dan installer 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CC3D-A864-4B13-A6DF-2FAE24E4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E2F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E2F2D"/>
                </a:solidFill>
                <a:latin typeface="Arial"/>
                <a:ea typeface="Arial"/>
                <a:cs typeface="Arial"/>
              </a:rPr>
              <a:t>Yang masih memerlukan tindak lanjut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F2A17-3E61-4474-92D9-D82A1AA6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Koreksi 16 kode menu ganda dan 11 formula #REF!</a:t>
            </a:r>
          </a:p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Verifikasi langsung Laporan Harian Outlet</a:t>
            </a:r>
          </a:p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Provisioning akun kasir terpisah</a:t>
            </a:r>
          </a:p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UAT seluruh mutasi bisnis oleh pemilik proses</a:t>
            </a:r>
          </a:p>
          <a:p xmlns:a="http://schemas.openxmlformats.org/drawingml/2006/main">
            <a:pPr>
              <a:defRPr sz="15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• Penandatanganan resmi APK dan installer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C7208-A8B8-4CD7-BB8C-3FDB3259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4"/>
          </a:solidFill>
          <a:ln xmlns:a="http://schemas.openxmlformats.org/drawingml/2006/main" w="9525">
            <a:solidFill>
              <a:srgbClr val="F4D7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D0BE4-D56C-433C-86E8-583D46FD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Akun backoffice: abchicken@gmail.com. Password tidak dicantumkan di dokumen atau WhatsApp dan harus dibagikan melalui kanal rahasia terpisah.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BD3EF-8D29-4533-8146-5F456DDD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C687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C6877"/>
                </a:solidFill>
                <a:latin typeface="Arial"/>
                <a:ea typeface="Arial"/>
                <a:cs typeface="Arial"/>
              </a:rPr>
              <a:t>ABChicken | UAT Rev2 | 21</a:t>
            </a:r>
          </a:p>
        </p:txBody>
      </p:sp>
    </p:spTree>
    <p:extLst>
      <p:ext uri="{BB962C8B-B14F-4D97-AF65-F5344CB8AC3E}">
        <p14:creationId xmlns:p14="http://schemas.microsoft.com/office/powerpoint/2010/main" val="559290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2026-09-29T13:21:46.8390000Z</dcterms:created>
  <dcterms:modified xsi:type="dcterms:W3CDTF">2026-09-29T13:21:46.8390000Z</dcterms:modified>
</coreProperties>
</file>