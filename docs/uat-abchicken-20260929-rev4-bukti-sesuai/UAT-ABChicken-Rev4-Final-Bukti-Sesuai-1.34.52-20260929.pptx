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622429fca24c2b" /><Relationship Type="http://schemas.openxmlformats.org/officeDocument/2006/relationships/extended-properties" Target="/docProps/app.xml" Id="R6f6cee860f954c1f" /><Relationship Type="http://schemas.openxmlformats.org/officeDocument/2006/relationships/officeDocument" Target="/ppt/presentation.xml" Id="Rbf61974892f748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b81c353cdb4a8a"/>
  </p:sldMasterIdLst>
  <p:notesMasterIdLst>
    <p:notesMasterId xmlns:r="http://schemas.openxmlformats.org/officeDocument/2006/relationships" r:id="Raf71db33b8884438"/>
  </p:notesMasterIdLst>
  <p:sldIdLst>
    <p:sldId xmlns:r="http://schemas.openxmlformats.org/officeDocument/2006/relationships" id="256" r:id="R380f16c257fe4a5b"/>
    <p:sldId xmlns:r="http://schemas.openxmlformats.org/officeDocument/2006/relationships" id="257" r:id="R0c7e1d76291a4c86"/>
    <p:sldId xmlns:r="http://schemas.openxmlformats.org/officeDocument/2006/relationships" id="258" r:id="Rfe862b905d184acb"/>
    <p:sldId xmlns:r="http://schemas.openxmlformats.org/officeDocument/2006/relationships" id="259" r:id="Rf64ef5eabe084e69"/>
    <p:sldId xmlns:r="http://schemas.openxmlformats.org/officeDocument/2006/relationships" id="260" r:id="R691d308dd56041ba"/>
    <p:sldId xmlns:r="http://schemas.openxmlformats.org/officeDocument/2006/relationships" id="261" r:id="R5487d4bab6364011"/>
    <p:sldId xmlns:r="http://schemas.openxmlformats.org/officeDocument/2006/relationships" id="262" r:id="R5301ac0ddbb04147"/>
    <p:sldId xmlns:r="http://schemas.openxmlformats.org/officeDocument/2006/relationships" id="263" r:id="R192e4a31533e4af8"/>
    <p:sldId xmlns:r="http://schemas.openxmlformats.org/officeDocument/2006/relationships" id="264" r:id="Rec49db535eb5448c"/>
    <p:sldId xmlns:r="http://schemas.openxmlformats.org/officeDocument/2006/relationships" id="265" r:id="R5fedd260368e4a76"/>
    <p:sldId xmlns:r="http://schemas.openxmlformats.org/officeDocument/2006/relationships" id="266" r:id="R224bc69656bd4451"/>
    <p:sldId xmlns:r="http://schemas.openxmlformats.org/officeDocument/2006/relationships" id="267" r:id="R7b013795f7ec4383"/>
    <p:sldId xmlns:r="http://schemas.openxmlformats.org/officeDocument/2006/relationships" id="268" r:id="R6ac895031de74018"/>
    <p:sldId xmlns:r="http://schemas.openxmlformats.org/officeDocument/2006/relationships" id="269" r:id="Re191b470e5a84a7f"/>
    <p:sldId xmlns:r="http://schemas.openxmlformats.org/officeDocument/2006/relationships" id="270" r:id="R309d9efc7439402b"/>
    <p:sldId xmlns:r="http://schemas.openxmlformats.org/officeDocument/2006/relationships" id="271" r:id="R6506c1691ae94e6c"/>
    <p:sldId xmlns:r="http://schemas.openxmlformats.org/officeDocument/2006/relationships" id="272" r:id="R8731e680ccee40c1"/>
    <p:sldId xmlns:r="http://schemas.openxmlformats.org/officeDocument/2006/relationships" id="273" r:id="Rc164ca66c0274cb1"/>
    <p:sldId xmlns:r="http://schemas.openxmlformats.org/officeDocument/2006/relationships" id="274" r:id="R7c1dfb7f6d5c4a38"/>
    <p:sldId xmlns:r="http://schemas.openxmlformats.org/officeDocument/2006/relationships" id="275" r:id="R219412b3ac2d4e96"/>
    <p:sldId xmlns:r="http://schemas.openxmlformats.org/officeDocument/2006/relationships" id="276" r:id="R59a6accbfa354ff1"/>
    <p:sldId xmlns:r="http://schemas.openxmlformats.org/officeDocument/2006/relationships" id="277" r:id="R509bb18f80f545af"/>
    <p:sldId xmlns:r="http://schemas.openxmlformats.org/officeDocument/2006/relationships" id="278" r:id="Rf0a43ec37fad4ef2"/>
    <p:sldId xmlns:r="http://schemas.openxmlformats.org/officeDocument/2006/relationships" id="279" r:id="R676a3c46dded4d12"/>
    <p:sldId xmlns:r="http://schemas.openxmlformats.org/officeDocument/2006/relationships" id="280" r:id="R257754cd2b2746f7"/>
    <p:sldId xmlns:r="http://schemas.openxmlformats.org/officeDocument/2006/relationships" id="281" r:id="Rdd6a61d552934f1f"/>
    <p:sldId xmlns:r="http://schemas.openxmlformats.org/officeDocument/2006/relationships" id="282" r:id="R28f8386e458a4cd7"/>
    <p:sldId xmlns:r="http://schemas.openxmlformats.org/officeDocument/2006/relationships" id="283" r:id="R9c17b366d08749ce"/>
    <p:sldId xmlns:r="http://schemas.openxmlformats.org/officeDocument/2006/relationships" id="284" r:id="R61c91e52c694497c"/>
    <p:sldId xmlns:r="http://schemas.openxmlformats.org/officeDocument/2006/relationships" id="285" r:id="R4071fe22b95f412e"/>
    <p:sldId xmlns:r="http://schemas.openxmlformats.org/officeDocument/2006/relationships" id="286" r:id="Rae0e48b310264780"/>
    <p:sldId xmlns:r="http://schemas.openxmlformats.org/officeDocument/2006/relationships" id="287" r:id="Rcc54da739d034543"/>
    <p:sldId xmlns:r="http://schemas.openxmlformats.org/officeDocument/2006/relationships" id="288" r:id="Re888c3e7b8334b3e"/>
    <p:sldId xmlns:r="http://schemas.openxmlformats.org/officeDocument/2006/relationships" id="289" r:id="R05d81e29ed65419c"/>
    <p:sldId xmlns:r="http://schemas.openxmlformats.org/officeDocument/2006/relationships" id="290" r:id="Rcd1ba47a920941c4"/>
    <p:sldId xmlns:r="http://schemas.openxmlformats.org/officeDocument/2006/relationships" id="291" r:id="R301d64a8c1404142"/>
    <p:sldId xmlns:r="http://schemas.openxmlformats.org/officeDocument/2006/relationships" id="292" r:id="Re02503a679a442b7"/>
    <p:sldId xmlns:r="http://schemas.openxmlformats.org/officeDocument/2006/relationships" id="293" r:id="R141cada061884fbd"/>
    <p:sldId xmlns:r="http://schemas.openxmlformats.org/officeDocument/2006/relationships" id="294" r:id="R51f2dde3b8ef4aa2"/>
    <p:sldId xmlns:r="http://schemas.openxmlformats.org/officeDocument/2006/relationships" id="295" r:id="R70d5fbe4d60047c4"/>
    <p:sldId xmlns:r="http://schemas.openxmlformats.org/officeDocument/2006/relationships" id="296" r:id="Rc45e326391ff4670"/>
    <p:sldId xmlns:r="http://schemas.openxmlformats.org/officeDocument/2006/relationships" id="297" r:id="R80d4e43d975e4052"/>
    <p:sldId xmlns:r="http://schemas.openxmlformats.org/officeDocument/2006/relationships" id="298" r:id="R66930b57f9cf41ef"/>
    <p:sldId xmlns:r="http://schemas.openxmlformats.org/officeDocument/2006/relationships" id="299" r:id="R75d9754d23334cf9"/>
    <p:sldId xmlns:r="http://schemas.openxmlformats.org/officeDocument/2006/relationships" id="300" r:id="Rb76203574d46416e"/>
    <p:sldId xmlns:r="http://schemas.openxmlformats.org/officeDocument/2006/relationships" id="301" r:id="R8a4d9fce525e4f5c"/>
    <p:sldId xmlns:r="http://schemas.openxmlformats.org/officeDocument/2006/relationships" id="302" r:id="R9c8d329f5f2d48f0"/>
    <p:sldId xmlns:r="http://schemas.openxmlformats.org/officeDocument/2006/relationships" id="303" r:id="Rcb4a7aa10e6247fc"/>
    <p:sldId xmlns:r="http://schemas.openxmlformats.org/officeDocument/2006/relationships" id="304" r:id="R603bfb48aa5247da"/>
    <p:sldId xmlns:r="http://schemas.openxmlformats.org/officeDocument/2006/relationships" id="305" r:id="R5a3f343ce7b24f35"/>
    <p:sldId xmlns:r="http://schemas.openxmlformats.org/officeDocument/2006/relationships" id="306" r:id="R44aa51f7da7b456e"/>
    <p:sldId xmlns:r="http://schemas.openxmlformats.org/officeDocument/2006/relationships" id="307" r:id="Rb90f9e18b7244d65"/>
    <p:sldId xmlns:r="http://schemas.openxmlformats.org/officeDocument/2006/relationships" id="308" r:id="R21169ef247e74d5d"/>
    <p:sldId xmlns:r="http://schemas.openxmlformats.org/officeDocument/2006/relationships" id="309" r:id="Rb04f3340207940b9"/>
    <p:sldId xmlns:r="http://schemas.openxmlformats.org/officeDocument/2006/relationships" id="310" r:id="R57b0ec4a270e4aa0"/>
    <p:sldId xmlns:r="http://schemas.openxmlformats.org/officeDocument/2006/relationships" id="311" r:id="Rb5184b33e2f94c76"/>
    <p:sldId xmlns:r="http://schemas.openxmlformats.org/officeDocument/2006/relationships" id="312" r:id="R60fa986712e145a3"/>
    <p:sldId xmlns:r="http://schemas.openxmlformats.org/officeDocument/2006/relationships" id="313" r:id="R1b86d4a1b4864b2a"/>
    <p:sldId xmlns:r="http://schemas.openxmlformats.org/officeDocument/2006/relationships" id="314" r:id="Rc9720194d1d84017"/>
    <p:sldId xmlns:r="http://schemas.openxmlformats.org/officeDocument/2006/relationships" id="315" r:id="R96f6472dde5646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ba143d4fa94299" /><Relationship Type="http://schemas.openxmlformats.org/officeDocument/2006/relationships/slideMaster" Target="/ppt/slideMasters/slideMaster1.xml" Id="Rbcb81c353cdb4a8a" /><Relationship Type="http://schemas.openxmlformats.org/officeDocument/2006/relationships/notesMaster" Target="/ppt/notesMasters/notesMaster1.xml" Id="Raf71db33b8884438" /><Relationship Type="http://schemas.openxmlformats.org/officeDocument/2006/relationships/presProps" Target="/ppt/presProps.xml" Id="R27b7e1d04bb74da6" /><Relationship Type="http://schemas.openxmlformats.org/officeDocument/2006/relationships/tableStyles" Target="/ppt/tableStyles.xml" Id="Re1b9804ff7bf4a5a" /><Relationship Type="http://schemas.openxmlformats.org/officeDocument/2006/relationships/slide" Target="/ppt/slides/slide1.xml" Id="R380f16c257fe4a5b" /><Relationship Type="http://schemas.openxmlformats.org/officeDocument/2006/relationships/slide" Target="/ppt/slides/slide2.xml" Id="R0c7e1d76291a4c86" /><Relationship Type="http://schemas.openxmlformats.org/officeDocument/2006/relationships/slide" Target="/ppt/slides/slide3.xml" Id="Rfe862b905d184acb" /><Relationship Type="http://schemas.openxmlformats.org/officeDocument/2006/relationships/slide" Target="/ppt/slides/slide4.xml" Id="Rf64ef5eabe084e69" /><Relationship Type="http://schemas.openxmlformats.org/officeDocument/2006/relationships/slide" Target="/ppt/slides/slide5.xml" Id="R691d308dd56041ba" /><Relationship Type="http://schemas.openxmlformats.org/officeDocument/2006/relationships/slide" Target="/ppt/slides/slide6.xml" Id="R5487d4bab6364011" /><Relationship Type="http://schemas.openxmlformats.org/officeDocument/2006/relationships/slide" Target="/ppt/slides/slide7.xml" Id="R5301ac0ddbb04147" /><Relationship Type="http://schemas.openxmlformats.org/officeDocument/2006/relationships/slide" Target="/ppt/slides/slide8.xml" Id="R192e4a31533e4af8" /><Relationship Type="http://schemas.openxmlformats.org/officeDocument/2006/relationships/slide" Target="/ppt/slides/slide9.xml" Id="Rec49db535eb5448c" /><Relationship Type="http://schemas.openxmlformats.org/officeDocument/2006/relationships/slide" Target="/ppt/slides/slide10.xml" Id="R5fedd260368e4a76" /><Relationship Type="http://schemas.openxmlformats.org/officeDocument/2006/relationships/slide" Target="/ppt/slides/slide11.xml" Id="R224bc69656bd4451" /><Relationship Type="http://schemas.openxmlformats.org/officeDocument/2006/relationships/slide" Target="/ppt/slides/slide12.xml" Id="R7b013795f7ec4383" /><Relationship Type="http://schemas.openxmlformats.org/officeDocument/2006/relationships/slide" Target="/ppt/slides/slide13.xml" Id="R6ac895031de74018" /><Relationship Type="http://schemas.openxmlformats.org/officeDocument/2006/relationships/slide" Target="/ppt/slides/slide14.xml" Id="Re191b470e5a84a7f" /><Relationship Type="http://schemas.openxmlformats.org/officeDocument/2006/relationships/slide" Target="/ppt/slides/slide15.xml" Id="R309d9efc7439402b" /><Relationship Type="http://schemas.openxmlformats.org/officeDocument/2006/relationships/slide" Target="/ppt/slides/slide16.xml" Id="R6506c1691ae94e6c" /><Relationship Type="http://schemas.openxmlformats.org/officeDocument/2006/relationships/slide" Target="/ppt/slides/slide17.xml" Id="R8731e680ccee40c1" /><Relationship Type="http://schemas.openxmlformats.org/officeDocument/2006/relationships/slide" Target="/ppt/slides/slide18.xml" Id="Rc164ca66c0274cb1" /><Relationship Type="http://schemas.openxmlformats.org/officeDocument/2006/relationships/slide" Target="/ppt/slides/slide19.xml" Id="R7c1dfb7f6d5c4a38" /><Relationship Type="http://schemas.openxmlformats.org/officeDocument/2006/relationships/slide" Target="/ppt/slides/slide20.xml" Id="R219412b3ac2d4e96" /><Relationship Type="http://schemas.openxmlformats.org/officeDocument/2006/relationships/slide" Target="/ppt/slides/slide21.xml" Id="R59a6accbfa354ff1" /><Relationship Type="http://schemas.openxmlformats.org/officeDocument/2006/relationships/slide" Target="/ppt/slides/slide22.xml" Id="R509bb18f80f545af" /><Relationship Type="http://schemas.openxmlformats.org/officeDocument/2006/relationships/slide" Target="/ppt/slides/slide23.xml" Id="Rf0a43ec37fad4ef2" /><Relationship Type="http://schemas.openxmlformats.org/officeDocument/2006/relationships/slide" Target="/ppt/slides/slide24.xml" Id="R676a3c46dded4d12" /><Relationship Type="http://schemas.openxmlformats.org/officeDocument/2006/relationships/slide" Target="/ppt/slides/slide25.xml" Id="R257754cd2b2746f7" /><Relationship Type="http://schemas.openxmlformats.org/officeDocument/2006/relationships/slide" Target="/ppt/slides/slide26.xml" Id="Rdd6a61d552934f1f" /><Relationship Type="http://schemas.openxmlformats.org/officeDocument/2006/relationships/slide" Target="/ppt/slides/slide27.xml" Id="R28f8386e458a4cd7" /><Relationship Type="http://schemas.openxmlformats.org/officeDocument/2006/relationships/slide" Target="/ppt/slides/slide28.xml" Id="R9c17b366d08749ce" /><Relationship Type="http://schemas.openxmlformats.org/officeDocument/2006/relationships/slide" Target="/ppt/slides/slide29.xml" Id="R61c91e52c694497c" /><Relationship Type="http://schemas.openxmlformats.org/officeDocument/2006/relationships/slide" Target="/ppt/slides/slide30.xml" Id="R4071fe22b95f412e" /><Relationship Type="http://schemas.openxmlformats.org/officeDocument/2006/relationships/slide" Target="/ppt/slides/slide31.xml" Id="Rae0e48b310264780" /><Relationship Type="http://schemas.openxmlformats.org/officeDocument/2006/relationships/slide" Target="/ppt/slides/slide32.xml" Id="Rcc54da739d034543" /><Relationship Type="http://schemas.openxmlformats.org/officeDocument/2006/relationships/slide" Target="/ppt/slides/slide33.xml" Id="Re888c3e7b8334b3e" /><Relationship Type="http://schemas.openxmlformats.org/officeDocument/2006/relationships/slide" Target="/ppt/slides/slide34.xml" Id="R05d81e29ed65419c" /><Relationship Type="http://schemas.openxmlformats.org/officeDocument/2006/relationships/slide" Target="/ppt/slides/slide35.xml" Id="Rcd1ba47a920941c4" /><Relationship Type="http://schemas.openxmlformats.org/officeDocument/2006/relationships/slide" Target="/ppt/slides/slide36.xml" Id="R301d64a8c1404142" /><Relationship Type="http://schemas.openxmlformats.org/officeDocument/2006/relationships/slide" Target="/ppt/slides/slide37.xml" Id="Re02503a679a442b7" /><Relationship Type="http://schemas.openxmlformats.org/officeDocument/2006/relationships/slide" Target="/ppt/slides/slide38.xml" Id="R141cada061884fbd" /><Relationship Type="http://schemas.openxmlformats.org/officeDocument/2006/relationships/slide" Target="/ppt/slides/slide39.xml" Id="R51f2dde3b8ef4aa2" /><Relationship Type="http://schemas.openxmlformats.org/officeDocument/2006/relationships/slide" Target="/ppt/slides/slide40.xml" Id="R70d5fbe4d60047c4" /><Relationship Type="http://schemas.openxmlformats.org/officeDocument/2006/relationships/slide" Target="/ppt/slides/slide41.xml" Id="Rc45e326391ff4670" /><Relationship Type="http://schemas.openxmlformats.org/officeDocument/2006/relationships/slide" Target="/ppt/slides/slide42.xml" Id="R80d4e43d975e4052" /><Relationship Type="http://schemas.openxmlformats.org/officeDocument/2006/relationships/slide" Target="/ppt/slides/slide43.xml" Id="R66930b57f9cf41ef" /><Relationship Type="http://schemas.openxmlformats.org/officeDocument/2006/relationships/slide" Target="/ppt/slides/slide44.xml" Id="R75d9754d23334cf9" /><Relationship Type="http://schemas.openxmlformats.org/officeDocument/2006/relationships/slide" Target="/ppt/slides/slide45.xml" Id="Rb76203574d46416e" /><Relationship Type="http://schemas.openxmlformats.org/officeDocument/2006/relationships/slide" Target="/ppt/slides/slide46.xml" Id="R8a4d9fce525e4f5c" /><Relationship Type="http://schemas.openxmlformats.org/officeDocument/2006/relationships/slide" Target="/ppt/slides/slide47.xml" Id="R9c8d329f5f2d48f0" /><Relationship Type="http://schemas.openxmlformats.org/officeDocument/2006/relationships/slide" Target="/ppt/slides/slide48.xml" Id="Rcb4a7aa10e6247fc" /><Relationship Type="http://schemas.openxmlformats.org/officeDocument/2006/relationships/slide" Target="/ppt/slides/slide49.xml" Id="R603bfb48aa5247da" /><Relationship Type="http://schemas.openxmlformats.org/officeDocument/2006/relationships/slide" Target="/ppt/slides/slide50.xml" Id="R5a3f343ce7b24f35" /><Relationship Type="http://schemas.openxmlformats.org/officeDocument/2006/relationships/slide" Target="/ppt/slides/slide51.xml" Id="R44aa51f7da7b456e" /><Relationship Type="http://schemas.openxmlformats.org/officeDocument/2006/relationships/slide" Target="/ppt/slides/slide52.xml" Id="Rb90f9e18b7244d65" /><Relationship Type="http://schemas.openxmlformats.org/officeDocument/2006/relationships/slide" Target="/ppt/slides/slide53.xml" Id="R21169ef247e74d5d" /><Relationship Type="http://schemas.openxmlformats.org/officeDocument/2006/relationships/slide" Target="/ppt/slides/slide54.xml" Id="Rb04f3340207940b9" /><Relationship Type="http://schemas.openxmlformats.org/officeDocument/2006/relationships/slide" Target="/ppt/slides/slide55.xml" Id="R57b0ec4a270e4aa0" /><Relationship Type="http://schemas.openxmlformats.org/officeDocument/2006/relationships/slide" Target="/ppt/slides/slide56.xml" Id="Rb5184b33e2f94c76" /><Relationship Type="http://schemas.openxmlformats.org/officeDocument/2006/relationships/slide" Target="/ppt/slides/slide57.xml" Id="R60fa986712e145a3" /><Relationship Type="http://schemas.openxmlformats.org/officeDocument/2006/relationships/slide" Target="/ppt/slides/slide58.xml" Id="R1b86d4a1b4864b2a" /><Relationship Type="http://schemas.openxmlformats.org/officeDocument/2006/relationships/slide" Target="/ppt/slides/slide59.xml" Id="Rc9720194d1d84017" /><Relationship Type="http://schemas.openxmlformats.org/officeDocument/2006/relationships/slide" Target="/ppt/slides/slide60.xml" Id="R96f6472dde5646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0234f88aa645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d1d4beac97470c" /><Relationship Type="http://schemas.openxmlformats.org/officeDocument/2006/relationships/notesMaster" Target="/ppt/notesMasters/notesMaster1.xml" Id="R67873ecda29c4f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64b15b64ca4029" /><Relationship Type="http://schemas.openxmlformats.org/officeDocument/2006/relationships/notesMaster" Target="/ppt/notesMasters/notesMaster1.xml" Id="Rb40735875e0543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d3f0a0a7fc411b" /><Relationship Type="http://schemas.openxmlformats.org/officeDocument/2006/relationships/notesMaster" Target="/ppt/notesMasters/notesMaster1.xml" Id="R9299bac73e4346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caa2a09ab44ec0" /><Relationship Type="http://schemas.openxmlformats.org/officeDocument/2006/relationships/notesMaster" Target="/ppt/notesMasters/notesMaster1.xml" Id="R17aabca4dba041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cef243af534879" /><Relationship Type="http://schemas.openxmlformats.org/officeDocument/2006/relationships/notesMaster" Target="/ppt/notesMasters/notesMaster1.xml" Id="Rf9b999c34fba4f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a3914fc94e46fe" /><Relationship Type="http://schemas.openxmlformats.org/officeDocument/2006/relationships/notesMaster" Target="/ppt/notesMasters/notesMaster1.xml" Id="Rd0f8e919f58f44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b8a02cdd934b31" /><Relationship Type="http://schemas.openxmlformats.org/officeDocument/2006/relationships/notesMaster" Target="/ppt/notesMasters/notesMaster1.xml" Id="R7ddef2cb00b543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4027610af34b7d" /><Relationship Type="http://schemas.openxmlformats.org/officeDocument/2006/relationships/notesMaster" Target="/ppt/notesMasters/notesMaster1.xml" Id="R98b8fb06e4d54f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575e49a4604dbd" /><Relationship Type="http://schemas.openxmlformats.org/officeDocument/2006/relationships/notesMaster" Target="/ppt/notesMasters/notesMaster1.xml" Id="R79041fd9ec8e4ee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e6cf78171cf47bf" /><Relationship Type="http://schemas.openxmlformats.org/officeDocument/2006/relationships/notesMaster" Target="/ppt/notesMasters/notesMaster1.xml" Id="Re95d95d69bda49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f7f9528c4a429e" /><Relationship Type="http://schemas.openxmlformats.org/officeDocument/2006/relationships/notesMaster" Target="/ppt/notesMasters/notesMaster1.xml" Id="R7b87cc0d8b10465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01187664fd74490" /><Relationship Type="http://schemas.openxmlformats.org/officeDocument/2006/relationships/notesMaster" Target="/ppt/notesMasters/notesMaster1.xml" Id="R00a127e88042444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08c8831872c45ff" /><Relationship Type="http://schemas.openxmlformats.org/officeDocument/2006/relationships/notesMaster" Target="/ppt/notesMasters/notesMaster1.xml" Id="Rff68296f05424ee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de04196f8cd4df4" /><Relationship Type="http://schemas.openxmlformats.org/officeDocument/2006/relationships/notesMaster" Target="/ppt/notesMasters/notesMaster1.xml" Id="R4808ef53bf1e4fb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aa2ab7ea2cd46b4" /><Relationship Type="http://schemas.openxmlformats.org/officeDocument/2006/relationships/notesMaster" Target="/ppt/notesMasters/notesMaster1.xml" Id="Rbf379d046743455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19319a44c174815" /><Relationship Type="http://schemas.openxmlformats.org/officeDocument/2006/relationships/notesMaster" Target="/ppt/notesMasters/notesMaster1.xml" Id="Reda5cac7863342b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de69424fc6d4a98" /><Relationship Type="http://schemas.openxmlformats.org/officeDocument/2006/relationships/notesMaster" Target="/ppt/notesMasters/notesMaster1.xml" Id="R2d87905ce69a4c3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283e6a9643b404e" /><Relationship Type="http://schemas.openxmlformats.org/officeDocument/2006/relationships/notesMaster" Target="/ppt/notesMasters/notesMaster1.xml" Id="R2b29fb3430d6437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955756d9822494e" /><Relationship Type="http://schemas.openxmlformats.org/officeDocument/2006/relationships/notesMaster" Target="/ppt/notesMasters/notesMaster1.xml" Id="Rc233a2955a754a6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e6632d529d74106" /><Relationship Type="http://schemas.openxmlformats.org/officeDocument/2006/relationships/notesMaster" Target="/ppt/notesMasters/notesMaster1.xml" Id="R837fa48675a7463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135d319f2d94684" /><Relationship Type="http://schemas.openxmlformats.org/officeDocument/2006/relationships/notesMaster" Target="/ppt/notesMasters/notesMaster1.xml" Id="R6330589e9eea443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c977d5450d64b69" /><Relationship Type="http://schemas.openxmlformats.org/officeDocument/2006/relationships/notesMaster" Target="/ppt/notesMasters/notesMaster1.xml" Id="R93c4d40e8e1d487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664de122c454558" /><Relationship Type="http://schemas.openxmlformats.org/officeDocument/2006/relationships/notesMaster" Target="/ppt/notesMasters/notesMaster1.xml" Id="R2227ee921a1843a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c4ea379762c48cb" /><Relationship Type="http://schemas.openxmlformats.org/officeDocument/2006/relationships/notesMaster" Target="/ppt/notesMasters/notesMaster1.xml" Id="Rf6dbbcefadb04a6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009dc762c544119" /><Relationship Type="http://schemas.openxmlformats.org/officeDocument/2006/relationships/notesMaster" Target="/ppt/notesMasters/notesMaster1.xml" Id="R3ab22ade0bff4bb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2e2387b9dde423b" /><Relationship Type="http://schemas.openxmlformats.org/officeDocument/2006/relationships/notesMaster" Target="/ppt/notesMasters/notesMaster1.xml" Id="R0679d703189e4f7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361d55c045d41eb" /><Relationship Type="http://schemas.openxmlformats.org/officeDocument/2006/relationships/notesMaster" Target="/ppt/notesMasters/notesMaster1.xml" Id="R9ddf28675f1e426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513452639424f06" /><Relationship Type="http://schemas.openxmlformats.org/officeDocument/2006/relationships/notesMaster" Target="/ppt/notesMasters/notesMaster1.xml" Id="R0dd9e993141449a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5dc1a5cbd224167" /><Relationship Type="http://schemas.openxmlformats.org/officeDocument/2006/relationships/notesMaster" Target="/ppt/notesMasters/notesMaster1.xml" Id="R5ccb78a567cd455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1206aa66bfa42ca" /><Relationship Type="http://schemas.openxmlformats.org/officeDocument/2006/relationships/notesMaster" Target="/ppt/notesMasters/notesMaster1.xml" Id="R3c4c5e004979446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19630b470a64b59" /><Relationship Type="http://schemas.openxmlformats.org/officeDocument/2006/relationships/notesMaster" Target="/ppt/notesMasters/notesMaster1.xml" Id="Ra454a644923d49e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431ea0d04f644d4" /><Relationship Type="http://schemas.openxmlformats.org/officeDocument/2006/relationships/notesMaster" Target="/ppt/notesMasters/notesMaster1.xml" Id="Reb79524ca90249a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5ee3dbff56a44b1" /><Relationship Type="http://schemas.openxmlformats.org/officeDocument/2006/relationships/notesMaster" Target="/ppt/notesMasters/notesMaster1.xml" Id="Ref96e6710e7a486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034ad5202984d02" /><Relationship Type="http://schemas.openxmlformats.org/officeDocument/2006/relationships/notesMaster" Target="/ppt/notesMasters/notesMaster1.xml" Id="R3239a9df2a8f401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debbafb7fd043a3" /><Relationship Type="http://schemas.openxmlformats.org/officeDocument/2006/relationships/notesMaster" Target="/ppt/notesMasters/notesMaster1.xml" Id="Rfaf632c96cff476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1c13c11a2284873" /><Relationship Type="http://schemas.openxmlformats.org/officeDocument/2006/relationships/notesMaster" Target="/ppt/notesMasters/notesMaster1.xml" Id="Rab2a64068f2a4aa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4c4489249694164" /><Relationship Type="http://schemas.openxmlformats.org/officeDocument/2006/relationships/notesMaster" Target="/ppt/notesMasters/notesMaster1.xml" Id="R5c0a35e2acc14f7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24f0ee7f5e84188" /><Relationship Type="http://schemas.openxmlformats.org/officeDocument/2006/relationships/notesMaster" Target="/ppt/notesMasters/notesMaster1.xml" Id="R2c1caa3c8a224549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7add17dc71e84b7f" /><Relationship Type="http://schemas.openxmlformats.org/officeDocument/2006/relationships/notesMaster" Target="/ppt/notesMasters/notesMaster1.xml" Id="Reb57a680bafb404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b631e5f4e1741ea" /><Relationship Type="http://schemas.openxmlformats.org/officeDocument/2006/relationships/notesMaster" Target="/ppt/notesMasters/notesMaster1.xml" Id="Rfdd740a53623461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5984f0938dd643bc" /><Relationship Type="http://schemas.openxmlformats.org/officeDocument/2006/relationships/notesMaster" Target="/ppt/notesMasters/notesMaster1.xml" Id="Rb8f9ad852b054d7c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040ed1a3fc434b39" /><Relationship Type="http://schemas.openxmlformats.org/officeDocument/2006/relationships/notesMaster" Target="/ppt/notesMasters/notesMaster1.xml" Id="Raac21da8b5bf427f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f9e1e9458034c23" /><Relationship Type="http://schemas.openxmlformats.org/officeDocument/2006/relationships/notesMaster" Target="/ppt/notesMasters/notesMaster1.xml" Id="R6beed41c8a0f432f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ad492555dfd64fae" /><Relationship Type="http://schemas.openxmlformats.org/officeDocument/2006/relationships/notesMaster" Target="/ppt/notesMasters/notesMaster1.xml" Id="Rd8901dd2712f4893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cc6f5d7e49e04df3" /><Relationship Type="http://schemas.openxmlformats.org/officeDocument/2006/relationships/notesMaster" Target="/ppt/notesMasters/notesMaster1.xml" Id="Rd5bd22a52ac54b82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86d2d3ab8af8416f" /><Relationship Type="http://schemas.openxmlformats.org/officeDocument/2006/relationships/notesMaster" Target="/ppt/notesMasters/notesMaster1.xml" Id="R0a7c1d7abc024cca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1d4ac70bd87a48bc" /><Relationship Type="http://schemas.openxmlformats.org/officeDocument/2006/relationships/notesMaster" Target="/ppt/notesMasters/notesMaster1.xml" Id="Rd3744a9ece324c00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acf76373ae48496c" /><Relationship Type="http://schemas.openxmlformats.org/officeDocument/2006/relationships/notesMaster" Target="/ppt/notesMasters/notesMaster1.xml" Id="Rbd37f3770b314990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ee60f56b9cba4899" /><Relationship Type="http://schemas.openxmlformats.org/officeDocument/2006/relationships/notesMaster" Target="/ppt/notesMasters/notesMaster1.xml" Id="Rb1de083b0e6b49c8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ac8f618234d34daa" /><Relationship Type="http://schemas.openxmlformats.org/officeDocument/2006/relationships/notesMaster" Target="/ppt/notesMasters/notesMaster1.xml" Id="R0af7b87d1dba4389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4ab02617a4264b41" /><Relationship Type="http://schemas.openxmlformats.org/officeDocument/2006/relationships/notesMaster" Target="/ppt/notesMasters/notesMaster1.xml" Id="Rbb9a8d98de984e93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393f433a96a44ed6" /><Relationship Type="http://schemas.openxmlformats.org/officeDocument/2006/relationships/notesMaster" Target="/ppt/notesMasters/notesMaster1.xml" Id="R0ada5be5b8c346d0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79cf377bad27467f" /><Relationship Type="http://schemas.openxmlformats.org/officeDocument/2006/relationships/notesMaster" Target="/ppt/notesMasters/notesMaster1.xml" Id="R3d90458caecc42b0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4f7cfe53f7584fb7" /><Relationship Type="http://schemas.openxmlformats.org/officeDocument/2006/relationships/notesMaster" Target="/ppt/notesMasters/notesMaster1.xml" Id="R2c7216144c4146a6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7b8dfac9e0074b39" /><Relationship Type="http://schemas.openxmlformats.org/officeDocument/2006/relationships/notesMaster" Target="/ppt/notesMasters/notesMaster1.xml" Id="R5fd6e8e84bf6401f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18893a35c26a4bec" /><Relationship Type="http://schemas.openxmlformats.org/officeDocument/2006/relationships/notesMaster" Target="/ppt/notesMasters/notesMaster1.xml" Id="Rdbb8a928b311411a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68d068a5c18e4834" /><Relationship Type="http://schemas.openxmlformats.org/officeDocument/2006/relationships/notesMaster" Target="/ppt/notesMasters/notesMaster1.xml" Id="R4758bab5ce25471c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5d59f63cc02a4cd5" /><Relationship Type="http://schemas.openxmlformats.org/officeDocument/2006/relationships/notesMaster" Target="/ppt/notesMasters/notesMaster1.xml" Id="R55762fb3c29548cd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1bedde24d0e8414a" /><Relationship Type="http://schemas.openxmlformats.org/officeDocument/2006/relationships/notesMaster" Target="/ppt/notesMasters/notesMaster1.xml" Id="Rfa616e728e5c47cf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caf6b727b03d4432" /><Relationship Type="http://schemas.openxmlformats.org/officeDocument/2006/relationships/notesMaster" Target="/ppt/notesMasters/notesMaster1.xml" Id="R161fa90cb1bb47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Rev4 memperbaiki pemetaan screenshot yang berulang pada Rev3.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Metodologi bukti dan batas klaim.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docs/pos/uat-training-operasional-20260910/screenshots/01-kasir-pos-layar-penuh.png. Status: REFERENSI UAT UI.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docs/uat-abchicken-20260929-rev3-per-fitur/evidence-live/11-pos_sale-50-record.png. Status: LAYAR LIVE.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docs/uat-abchicken-20260929-rev4-bukti-sesuai/evidence-live/42-waste-produksi.png. Status: LAYAR LIVE.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docs/pos/uat-training-operasional-20260910/screenshots/01-kasir-pos-layar-penuh.png. Status: REFERENSI UAT UI.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docs/pos/uat-training-operasional-20260910/screenshots/15-penjualan-per-barang-atas.png. Status: REFERENSI UAT UI.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docs/uat-abchicken-20260929-rev3-per-fitur/evidence-live/23-laba-rugi.png. Status: LAYAR LIVE.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docs/uat-abchicken-20260929-rev4-bukti-sesuai/evidence-live/36-self-order-qr.png. Status: LAYAR LIVE.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docs/uat-abchicken-20260929-rev4-bukti-sesuai/evidence-live/37-otomasi-shift-kasir.png. Status: LAYAR LIVE.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docs/pos/uat-offline-20260909/screenshots/04-matriks-batas-offline.png. Status: REFERENSI UAT UI.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docs/uat-abchicken-20260929-rev4-bukti-sesuai/evidence-live/39-master-harga.png. Status: LAYAR LIVE.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docs/uat-abchicken-20260929-rev4-bukti-sesuai/evidence-live/38-produk-aksi-massal.png. Status: LAYAR LIVE.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docs/uat-abchicken-20260929-rev4-bukti-sesuai/evidence-live/38-produk-hapus-resep-ingredient.png. Status: LAYAR LIVE.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docs/uat-abchicken-20260929-rev4-bukti-sesuai/evidence-live/38-produk-hapus-custom-menu.png. Status: LAYAR LIVE.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docs/uat-abchicken-20260929-rev4-bukti-sesuai/evidence-live/40-analisis-penjualan.png. Status: LAYAR LIVE.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docs/pos/uat-training-operasional-20260910/screenshots/15-penjualan-per-barang-atas.png. Status: REFERENSI UAT UI.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docs/uat-abchicken-20260929-rev4-bukti-sesuai/evidence-live/40-analisis-penjualan.png. Status: LAYAR LIVE.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docs/uat-abchicken-20260929-rev4-bukti-sesuai/evidence-live/39-harga-per-kanal.png. Status: LAYAR LIVE.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docs/pos/uat-training-operasional-20260910/screenshots/17-omzet-transaksi-atas.png. Status: REFERENSI UAT UI.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docs/pos/uat-training-operasional-20260910/screenshots/25-laba-kotor-harian-atas.png. Status: REFERENSI UAT UI.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docs/uat-abchicken-20260929-rev4-bukti-sesuai/evidence-live/41-laporan-report-payment.png. Status: LAYAR LIVE.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docs/uat-abchicken-20260929-rev4-bukti-sesuai/evidence-live/41-laporan-rincian-produk.png. Status: LAYAR LIVE.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docs/uat-abchicken-20260929-rev4-bukti-sesuai/evidence-live/46-retur-penjualan.png. Status: LAYAR LIVE.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docs/uat-abchicken-20260929-rev4-bukti-sesuai/evidence-live/41-laporan-report-order.png. Status: LAYAR LIVE.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docs/uat-abchicken-20260929-rev4-bukti-sesuai/evidence-live/41-laporan-report-sesi.png. Status: LAYAR LIVE.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docs/uat-abchicken-20260929-rev4-bukti-sesuai/evidence-live/41-laporan-rincian-produk.png. Status: LAYAR LIVE.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docs/uat-abchicken-20260929-rev4-bukti-sesuai/evidence-live/48-rekonsiliasi-stok.png. Status: LAYAR LIVE.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docs/uat-abchicken-20260929-rev4-bukti-sesuai/evidence-live/42-waste-produksi.png. Status: LAYAR LIVE.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docs/uat-abchicken-20260929-rev4-bukti-sesuai/evidence-live/34-hrd-cuti-izin.png. Status: LAYAR LIVE.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docs/uat-abchicken-20260929-rev4-bukti-sesuai/evidence-live/34-hrd-kehadiran.png. Status: LAYAR LIVE.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docs/uat-abchicken-20260929-rev4-bukti-sesuai/evidence-live/34-hrd-cuti-izin.png. Status: LAYAR LIVE.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docs/uat-abchicken-20260929-rev4-bukti-sesuai/evidence-live/34-hrd-kedisiplinan.png. Status: LAYAR LIVE.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docs/uat-abchicken-20260929-rev4-bukti-sesuai/evidence-live/34-hrd-riwayat.png. Status: LAYAR LIVE.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docs/uat-abchicken-20260929-rev4-bukti-sesuai/evidence-live/34-sdm-hrd.png. Status: LAYAR LIVE.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docs/uat-abchicken-20260929-rev4-bukti-sesuai/evidence-live/34-hrd-payroll.png. Status: LAYAR LIVE.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docs/uat-abchicken-20260929-rev4-bukti-sesuai/evidence-live/34-hrd-karier-gaji.png. Status: LAYAR LIVE.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docs/uat-abchicken-20260929-rev4-bukti-sesuai/evidence-live/34-hrd-payroll.png. Status: LAYAR LIVE.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docs/uat-abchicken-20260929-rev4-bukti-sesuai/evidence-live/34-hrd-payroll.png. Status: LAYAR LIVE.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docs/uat-abchicken-20260929-rev4-bukti-sesuai/evidence-live/34-sdm-hrd.png. Status: LAYAR LIVE.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docs/uat-abchicken-20260929-rev4-bukti-sesuai/evidence-live/34-hrd-master-hrd.png. Status: LAYAR LIVE.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docs/uat-abchicken-20260929-rev4-bukti-sesuai/evidence-live/34-hrd-master-hrd.png. Status: LAYAR LIVE.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docs/uat-abchicken-20260929-rev4-bukti-sesuai/evidence-live/34-hrd-master-hrd.png. Status: LAYAR LIVE.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docs/uat-abchicken-20260929-rev3-per-fitur/evidence-live/03-procurement_pr-50-record.png. Status: LAYAR LIVE.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docs/pos/uat-training-operasional-20260910/screenshots/04-pr-daftar-100-dokumen.png. Status: REFERENSI UAT UI.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docs/uat-abchicken-20260929-rev4-bukti-sesuai/evidence-live/45-master-supplier.png. Status: LAYAR LIVE.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docs/uat-abchicken-20260929-rev4-bukti-sesuai/evidence-live/43-kulakan.png. Status: LAYAR LIVE.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docs/uat-abchicken-20260929-rev4-bukti-sesuai/evidence-live/44-hutang-laporan-pembelian.png. Status: LAYAR LIVE.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docs/uat-abchicken-20260929-rev4-bukti-sesuai/evidence-live/44-hutang-aging.png. Status: LAYAR LIVE.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docs/uat-abchicken-20260929-rev4-bukti-sesuai/evidence-live/43-retur-pembelian.png. Status: LAYAR LIVE.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docs/uat-abchicken-20260929-rev3-per-fitur/evidence-live/04-procurement_po-50-record.png. Status: LAYAR LIVE.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docs/pos/uat-training-operasional-20260910/screenshots/07-po-formulir-nontermin.png. Status: REFERENSI UAT UI.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docs/uat-abchicken-20260929-rev4-bukti-sesuai/evidence-live/47-pengiriman.png. Status: LAYAR LIVE.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docs/uat-abchicken-20260929-rev4-bukti-sesuai/evidence-live/48-rekonsiliasi-stok.png. Status: LAYAR LIVE.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docs/uat-abchicken-20260929-rev3-per-fitur/evidence-live/09-shipment-50-record.png. Status: LAYAR LIVE.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docs/uat-abchicken-20260929-rev3-per-fitur/evidence-live/10-claim-50-record.png. Status: LAYAR LIVE.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docs/uat-abchicken-20260929-rev4-bukti-sesuai/evidence-live/35-ga-pengajuan.png. Status: LAYAR LIVE.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docs/uat-abchicken-20260929-rev4-bukti-sesuai/evidence-live/35-inventaris-general-affair.png. Status: LAYAR LIVE.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docs/uat-abchicken-20260929-rev4-bukti-sesuai/evidence-live/35-ga-form-retur.png. Status: LAYAR LIVE.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layar: docs/uat-abchicken-20260929-rev4-bukti-sesuai/evidence-live/35-ga-form-perpindahan.png. Status: LAYAR LIVE. Bukti layar memverifikasi tampilan dan kontrol, bukan transaksi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3f3e2cc52f43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f7da8994cf466a" /><Relationship Type="http://schemas.openxmlformats.org/officeDocument/2006/relationships/slideLayout" Target="/ppt/slideLayouts/slideLayout1.xml" Id="R6cc52738e3a643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c52738e3a643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c140e5b6344a2" /><Relationship Type="http://schemas.openxmlformats.org/officeDocument/2006/relationships/notesSlide" Target="/ppt/notesSlides/notesSlide1.xml" Id="Rd080d47a718945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f3c11e8ae4b92" /><Relationship Type="http://schemas.openxmlformats.org/officeDocument/2006/relationships/notesSlide" Target="/ppt/notesSlides/notesSlide2.xml" Id="R7da0346d0ed946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ad958b70ae4dac" /><Relationship Type="http://schemas.openxmlformats.org/officeDocument/2006/relationships/image" Target="/ppt/media/image.png" Id="Radb2615bf72c44bd" /><Relationship Type="http://schemas.openxmlformats.org/officeDocument/2006/relationships/notesSlide" Target="/ppt/notesSlides/notesSlide3.xml" Id="Rfa2c6a863bae40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2030d640c4e41" /><Relationship Type="http://schemas.openxmlformats.org/officeDocument/2006/relationships/image" Target="/ppt/media/image2.png" Id="Rf383399b28b94591" /><Relationship Type="http://schemas.openxmlformats.org/officeDocument/2006/relationships/notesSlide" Target="/ppt/notesSlides/notesSlide4.xml" Id="R5c534355da0f40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07a6e86ded4f88" /><Relationship Type="http://schemas.openxmlformats.org/officeDocument/2006/relationships/image" Target="/ppt/media/image3.png" Id="R2fb8bbe7437d46eb" /><Relationship Type="http://schemas.openxmlformats.org/officeDocument/2006/relationships/notesSlide" Target="/ppt/notesSlides/notesSlide5.xml" Id="R0fa619525f1f49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6231ad61b04b70" /><Relationship Type="http://schemas.openxmlformats.org/officeDocument/2006/relationships/image" Target="/ppt/media/image4.png" Id="R5080eb5094cd416a" /><Relationship Type="http://schemas.openxmlformats.org/officeDocument/2006/relationships/notesSlide" Target="/ppt/notesSlides/notesSlide6.xml" Id="Rbc943c5862bb44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b13675ac464748" /><Relationship Type="http://schemas.openxmlformats.org/officeDocument/2006/relationships/image" Target="/ppt/media/image5.png" Id="R10d7968093b746e7" /><Relationship Type="http://schemas.openxmlformats.org/officeDocument/2006/relationships/notesSlide" Target="/ppt/notesSlides/notesSlide7.xml" Id="Rf28d78ad77644c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2644fd84b49a6" /><Relationship Type="http://schemas.openxmlformats.org/officeDocument/2006/relationships/image" Target="/ppt/media/image6.png" Id="R2e1be0f4aab84e36" /><Relationship Type="http://schemas.openxmlformats.org/officeDocument/2006/relationships/notesSlide" Target="/ppt/notesSlides/notesSlide8.xml" Id="R75d452c50d6241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5419588384d23" /><Relationship Type="http://schemas.openxmlformats.org/officeDocument/2006/relationships/image" Target="/ppt/media/image7.png" Id="R07a7ac2f33b94e77" /><Relationship Type="http://schemas.openxmlformats.org/officeDocument/2006/relationships/notesSlide" Target="/ppt/notesSlides/notesSlide9.xml" Id="R4a126575932e48e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f8fb1e92d46fb" /><Relationship Type="http://schemas.openxmlformats.org/officeDocument/2006/relationships/image" Target="/ppt/media/image8.png" Id="Rd7cb8c29e06942f6" /><Relationship Type="http://schemas.openxmlformats.org/officeDocument/2006/relationships/notesSlide" Target="/ppt/notesSlides/notesSlide10.xml" Id="R16f6cd91c8dc4ec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a9b95c2aa41f0" /><Relationship Type="http://schemas.openxmlformats.org/officeDocument/2006/relationships/image" Target="/ppt/media/image9.png" Id="R672a86f0a10e4c4e" /><Relationship Type="http://schemas.openxmlformats.org/officeDocument/2006/relationships/notesSlide" Target="/ppt/notesSlides/notesSlide11.xml" Id="R2f7692abd79a47a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5dc7cd9b964c5a" /><Relationship Type="http://schemas.openxmlformats.org/officeDocument/2006/relationships/image" Target="/ppt/media/image10.png" Id="R8f20212ea7854dc8" /><Relationship Type="http://schemas.openxmlformats.org/officeDocument/2006/relationships/notesSlide" Target="/ppt/notesSlides/notesSlide12.xml" Id="R35ae41d893fa439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f2ba82d1b4120" /><Relationship Type="http://schemas.openxmlformats.org/officeDocument/2006/relationships/image" Target="/ppt/media/image11.png" Id="Rc2951dd7b9824e82" /><Relationship Type="http://schemas.openxmlformats.org/officeDocument/2006/relationships/notesSlide" Target="/ppt/notesSlides/notesSlide13.xml" Id="R79e84165a126480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a19164fb5a4cfe" /><Relationship Type="http://schemas.openxmlformats.org/officeDocument/2006/relationships/image" Target="/ppt/media/image12.png" Id="Rd656b4f6928f4d7b" /><Relationship Type="http://schemas.openxmlformats.org/officeDocument/2006/relationships/notesSlide" Target="/ppt/notesSlides/notesSlide14.xml" Id="R5a7db31d56b4418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605667940461a" /><Relationship Type="http://schemas.openxmlformats.org/officeDocument/2006/relationships/image" Target="/ppt/media/image13.png" Id="R2ceb705526cb4641" /><Relationship Type="http://schemas.openxmlformats.org/officeDocument/2006/relationships/notesSlide" Target="/ppt/notesSlides/notesSlide15.xml" Id="R6b55dfc4a9bd4c4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90985c15304bc6" /><Relationship Type="http://schemas.openxmlformats.org/officeDocument/2006/relationships/image" Target="/ppt/media/image14.png" Id="R8107af39e48b4bb5" /><Relationship Type="http://schemas.openxmlformats.org/officeDocument/2006/relationships/notesSlide" Target="/ppt/notesSlides/notesSlide16.xml" Id="R8a17e4a23122480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3c0e68e6274553" /><Relationship Type="http://schemas.openxmlformats.org/officeDocument/2006/relationships/image" Target="/ppt/media/image15.png" Id="R26c7ab5d5b984aac" /><Relationship Type="http://schemas.openxmlformats.org/officeDocument/2006/relationships/notesSlide" Target="/ppt/notesSlides/notesSlide17.xml" Id="Raf1961e1b0d9421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2e005131ec4c12" /><Relationship Type="http://schemas.openxmlformats.org/officeDocument/2006/relationships/image" Target="/ppt/media/image16.png" Id="R665b5313a21947fa" /><Relationship Type="http://schemas.openxmlformats.org/officeDocument/2006/relationships/notesSlide" Target="/ppt/notesSlides/notesSlide18.xml" Id="R4ccc41599f5544b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6a9bda476465d" /><Relationship Type="http://schemas.openxmlformats.org/officeDocument/2006/relationships/image" Target="/ppt/media/image17.png" Id="Rd17e0213fe304b41" /><Relationship Type="http://schemas.openxmlformats.org/officeDocument/2006/relationships/notesSlide" Target="/ppt/notesSlides/notesSlide19.xml" Id="R10a5738ea1b348f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54ea782e94290" /><Relationship Type="http://schemas.openxmlformats.org/officeDocument/2006/relationships/image" Target="/ppt/media/image18.png" Id="Rd43c30852299414d" /><Relationship Type="http://schemas.openxmlformats.org/officeDocument/2006/relationships/notesSlide" Target="/ppt/notesSlides/notesSlide20.xml" Id="R40b684eb0b28408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9854a45904669" /><Relationship Type="http://schemas.openxmlformats.org/officeDocument/2006/relationships/image" Target="/ppt/media/image19.png" Id="R93baa4e9cc144a56" /><Relationship Type="http://schemas.openxmlformats.org/officeDocument/2006/relationships/notesSlide" Target="/ppt/notesSlides/notesSlide21.xml" Id="R8f3d2a668ab44b9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f2e0a135d44799" /><Relationship Type="http://schemas.openxmlformats.org/officeDocument/2006/relationships/image" Target="/ppt/media/image20.png" Id="R26a024ae9e8646c1" /><Relationship Type="http://schemas.openxmlformats.org/officeDocument/2006/relationships/notesSlide" Target="/ppt/notesSlides/notesSlide22.xml" Id="R43953dfffeaf4fb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f58e51f22d444b" /><Relationship Type="http://schemas.openxmlformats.org/officeDocument/2006/relationships/image" Target="/ppt/media/image21.png" Id="R9d552f2138574ee3" /><Relationship Type="http://schemas.openxmlformats.org/officeDocument/2006/relationships/notesSlide" Target="/ppt/notesSlides/notesSlide23.xml" Id="R4a14dab8f7c542e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f5d90b703147c3" /><Relationship Type="http://schemas.openxmlformats.org/officeDocument/2006/relationships/image" Target="/ppt/media/image22.png" Id="R8f37b21caa754bfa" /><Relationship Type="http://schemas.openxmlformats.org/officeDocument/2006/relationships/notesSlide" Target="/ppt/notesSlides/notesSlide24.xml" Id="Rd559916da95f498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337379aa7b4bbf" /><Relationship Type="http://schemas.openxmlformats.org/officeDocument/2006/relationships/image" Target="/ppt/media/image23.png" Id="Rd424af26b7904a42" /><Relationship Type="http://schemas.openxmlformats.org/officeDocument/2006/relationships/notesSlide" Target="/ppt/notesSlides/notesSlide25.xml" Id="Rf639e42765714f3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58d6bb93764e23" /><Relationship Type="http://schemas.openxmlformats.org/officeDocument/2006/relationships/image" Target="/ppt/media/image24.png" Id="Rb085ff8c5c9948a8" /><Relationship Type="http://schemas.openxmlformats.org/officeDocument/2006/relationships/notesSlide" Target="/ppt/notesSlides/notesSlide26.xml" Id="Rbf6ab50ec4414f7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d871e81374300" /><Relationship Type="http://schemas.openxmlformats.org/officeDocument/2006/relationships/image" Target="/ppt/media/image25.png" Id="Rab1b24de591843d5" /><Relationship Type="http://schemas.openxmlformats.org/officeDocument/2006/relationships/notesSlide" Target="/ppt/notesSlides/notesSlide27.xml" Id="R868d0fe475c54b6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357e5fb624f63" /><Relationship Type="http://schemas.openxmlformats.org/officeDocument/2006/relationships/image" Target="/ppt/media/image26.png" Id="Re84d3fa8ba0648a8" /><Relationship Type="http://schemas.openxmlformats.org/officeDocument/2006/relationships/notesSlide" Target="/ppt/notesSlides/notesSlide28.xml" Id="R4bd0f90109d7499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92888d30fb4317" /><Relationship Type="http://schemas.openxmlformats.org/officeDocument/2006/relationships/image" Target="/ppt/media/image27.png" Id="Rd8b91e8a3c8248e7" /><Relationship Type="http://schemas.openxmlformats.org/officeDocument/2006/relationships/notesSlide" Target="/ppt/notesSlides/notesSlide29.xml" Id="R94aabb82a9414b3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345c3e3b649ee" /><Relationship Type="http://schemas.openxmlformats.org/officeDocument/2006/relationships/image" Target="/ppt/media/image28.png" Id="R35efa4dc47ca446d" /><Relationship Type="http://schemas.openxmlformats.org/officeDocument/2006/relationships/notesSlide" Target="/ppt/notesSlides/notesSlide30.xml" Id="Rfe3937f00e5f4ec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f67afe46694744" /><Relationship Type="http://schemas.openxmlformats.org/officeDocument/2006/relationships/image" Target="/ppt/media/image29.png" Id="R37bf07104bd84004" /><Relationship Type="http://schemas.openxmlformats.org/officeDocument/2006/relationships/notesSlide" Target="/ppt/notesSlides/notesSlide31.xml" Id="Rd8361c41ca8445d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9a592eb404888" /><Relationship Type="http://schemas.openxmlformats.org/officeDocument/2006/relationships/image" Target="/ppt/media/image30.png" Id="R2a8576225b5c445b" /><Relationship Type="http://schemas.openxmlformats.org/officeDocument/2006/relationships/notesSlide" Target="/ppt/notesSlides/notesSlide32.xml" Id="Rbcf0b767494a463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8ddd1c1214f8a" /><Relationship Type="http://schemas.openxmlformats.org/officeDocument/2006/relationships/image" Target="/ppt/media/image31.png" Id="Ra686bd5d8479431f" /><Relationship Type="http://schemas.openxmlformats.org/officeDocument/2006/relationships/notesSlide" Target="/ppt/notesSlides/notesSlide33.xml" Id="R1e47ddae2323435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030c7dd1b4dac" /><Relationship Type="http://schemas.openxmlformats.org/officeDocument/2006/relationships/image" Target="/ppt/media/image32.png" Id="R9a970367fac4428b" /><Relationship Type="http://schemas.openxmlformats.org/officeDocument/2006/relationships/notesSlide" Target="/ppt/notesSlides/notesSlide34.xml" Id="R8ec219e0b5604e5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408629303d4da0" /><Relationship Type="http://schemas.openxmlformats.org/officeDocument/2006/relationships/image" Target="/ppt/media/image33.png" Id="R665f6f37768c443d" /><Relationship Type="http://schemas.openxmlformats.org/officeDocument/2006/relationships/notesSlide" Target="/ppt/notesSlides/notesSlide35.xml" Id="R90fa30218db64ca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19ded07d24e8d" /><Relationship Type="http://schemas.openxmlformats.org/officeDocument/2006/relationships/image" Target="/ppt/media/image34.png" Id="R7f55eb4be77347b0" /><Relationship Type="http://schemas.openxmlformats.org/officeDocument/2006/relationships/notesSlide" Target="/ppt/notesSlides/notesSlide36.xml" Id="Re045a4590b874f3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1ca3a8fbd48e7" /><Relationship Type="http://schemas.openxmlformats.org/officeDocument/2006/relationships/image" Target="/ppt/media/image35.png" Id="Red5a0de96c6343c0" /><Relationship Type="http://schemas.openxmlformats.org/officeDocument/2006/relationships/notesSlide" Target="/ppt/notesSlides/notesSlide37.xml" Id="Ra64fb4bf23ce46e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f9c6531c34eb3" /><Relationship Type="http://schemas.openxmlformats.org/officeDocument/2006/relationships/image" Target="/ppt/media/image36.png" Id="R2630db07b3374ef8" /><Relationship Type="http://schemas.openxmlformats.org/officeDocument/2006/relationships/notesSlide" Target="/ppt/notesSlides/notesSlide38.xml" Id="R499ce375394043b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f2e87b8ab46f4" /><Relationship Type="http://schemas.openxmlformats.org/officeDocument/2006/relationships/image" Target="/ppt/media/image37.png" Id="Re5d85110328d4208" /><Relationship Type="http://schemas.openxmlformats.org/officeDocument/2006/relationships/notesSlide" Target="/ppt/notesSlides/notesSlide39.xml" Id="Rbbd2d5393323409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f1dfbacda4187" /><Relationship Type="http://schemas.openxmlformats.org/officeDocument/2006/relationships/image" Target="/ppt/media/image38.png" Id="R4d5952058f8848eb" /><Relationship Type="http://schemas.openxmlformats.org/officeDocument/2006/relationships/notesSlide" Target="/ppt/notesSlides/notesSlide40.xml" Id="Red225478c2034b1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f17e183ca4443" /><Relationship Type="http://schemas.openxmlformats.org/officeDocument/2006/relationships/image" Target="/ppt/media/image39.png" Id="R3a77bfa42d364fbd" /><Relationship Type="http://schemas.openxmlformats.org/officeDocument/2006/relationships/notesSlide" Target="/ppt/notesSlides/notesSlide41.xml" Id="R4a4e08c6593a473a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b457e44c8e4d6c" /><Relationship Type="http://schemas.openxmlformats.org/officeDocument/2006/relationships/image" Target="/ppt/media/image40.png" Id="Re9cb13b2ca104236" /><Relationship Type="http://schemas.openxmlformats.org/officeDocument/2006/relationships/notesSlide" Target="/ppt/notesSlides/notesSlide42.xml" Id="R3e8c0347ea77403a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52e630765e482e" /><Relationship Type="http://schemas.openxmlformats.org/officeDocument/2006/relationships/image" Target="/ppt/media/image41.png" Id="R5c9a792b48fb4fac" /><Relationship Type="http://schemas.openxmlformats.org/officeDocument/2006/relationships/notesSlide" Target="/ppt/notesSlides/notesSlide43.xml" Id="R8f31bb5d2f3044d2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59a9328644522" /><Relationship Type="http://schemas.openxmlformats.org/officeDocument/2006/relationships/image" Target="/ppt/media/image42.png" Id="R240568d7645f46a8" /><Relationship Type="http://schemas.openxmlformats.org/officeDocument/2006/relationships/notesSlide" Target="/ppt/notesSlides/notesSlide44.xml" Id="R05065040b004454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279b0edc64741" /><Relationship Type="http://schemas.openxmlformats.org/officeDocument/2006/relationships/image" Target="/ppt/media/image43.png" Id="Re906f08bd1e34a33" /><Relationship Type="http://schemas.openxmlformats.org/officeDocument/2006/relationships/notesSlide" Target="/ppt/notesSlides/notesSlide45.xml" Id="R8020c4b6415d414f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6daf8aee84286" /><Relationship Type="http://schemas.openxmlformats.org/officeDocument/2006/relationships/image" Target="/ppt/media/image44.png" Id="R1d16548df30b4655" /><Relationship Type="http://schemas.openxmlformats.org/officeDocument/2006/relationships/notesSlide" Target="/ppt/notesSlides/notesSlide46.xml" Id="Rae165bdf32094d83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070297260d4725" /><Relationship Type="http://schemas.openxmlformats.org/officeDocument/2006/relationships/image" Target="/ppt/media/image45.png" Id="R8ec4809e805b4793" /><Relationship Type="http://schemas.openxmlformats.org/officeDocument/2006/relationships/notesSlide" Target="/ppt/notesSlides/notesSlide47.xml" Id="Re0d3f4570ab54cdc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f1c38a08349ed" /><Relationship Type="http://schemas.openxmlformats.org/officeDocument/2006/relationships/image" Target="/ppt/media/image46.png" Id="R7ba23bacb26a478d" /><Relationship Type="http://schemas.openxmlformats.org/officeDocument/2006/relationships/notesSlide" Target="/ppt/notesSlides/notesSlide48.xml" Id="Rc4592f5aa4ee4e00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c30a73617c417a" /><Relationship Type="http://schemas.openxmlformats.org/officeDocument/2006/relationships/image" Target="/ppt/media/image47.png" Id="R7bd23ab628474b32" /><Relationship Type="http://schemas.openxmlformats.org/officeDocument/2006/relationships/notesSlide" Target="/ppt/notesSlides/notesSlide49.xml" Id="Rd62b7dfb738d4ca7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4b59c3d5e4369" /><Relationship Type="http://schemas.openxmlformats.org/officeDocument/2006/relationships/image" Target="/ppt/media/image48.png" Id="Rc5c2fa9a48b2423e" /><Relationship Type="http://schemas.openxmlformats.org/officeDocument/2006/relationships/notesSlide" Target="/ppt/notesSlides/notesSlide50.xml" Id="R993f0f6bc8564045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6d1a95417748fc" /><Relationship Type="http://schemas.openxmlformats.org/officeDocument/2006/relationships/image" Target="/ppt/media/image49.png" Id="Rfa71d4b9016943eb" /><Relationship Type="http://schemas.openxmlformats.org/officeDocument/2006/relationships/notesSlide" Target="/ppt/notesSlides/notesSlide51.xml" Id="R43d26abd1a304ee3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7c73dd724401d" /><Relationship Type="http://schemas.openxmlformats.org/officeDocument/2006/relationships/image" Target="/ppt/media/image50.png" Id="R4ac66b1b493a43ce" /><Relationship Type="http://schemas.openxmlformats.org/officeDocument/2006/relationships/notesSlide" Target="/ppt/notesSlides/notesSlide52.xml" Id="R713aa3890d69488d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a14cf11a34b8a" /><Relationship Type="http://schemas.openxmlformats.org/officeDocument/2006/relationships/image" Target="/ppt/media/image51.png" Id="R9dea7f00198742db" /><Relationship Type="http://schemas.openxmlformats.org/officeDocument/2006/relationships/notesSlide" Target="/ppt/notesSlides/notesSlide53.xml" Id="Re4c540ad3d744601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8ca312eb349be" /><Relationship Type="http://schemas.openxmlformats.org/officeDocument/2006/relationships/image" Target="/ppt/media/image52.png" Id="R6ad0ec203e9f46e4" /><Relationship Type="http://schemas.openxmlformats.org/officeDocument/2006/relationships/notesSlide" Target="/ppt/notesSlides/notesSlide54.xml" Id="R13489e7251454b0d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0b9bcb25d94255" /><Relationship Type="http://schemas.openxmlformats.org/officeDocument/2006/relationships/image" Target="/ppt/media/image53.png" Id="Rbdbac15186354d04" /><Relationship Type="http://schemas.openxmlformats.org/officeDocument/2006/relationships/notesSlide" Target="/ppt/notesSlides/notesSlide55.xml" Id="Rf430d474c7c94a1e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87590b61243d4" /><Relationship Type="http://schemas.openxmlformats.org/officeDocument/2006/relationships/image" Target="/ppt/media/image54.png" Id="Ra0b4cd51c09c4df0" /><Relationship Type="http://schemas.openxmlformats.org/officeDocument/2006/relationships/notesSlide" Target="/ppt/notesSlides/notesSlide56.xml" Id="R943c428d2dd0427e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194f4e785a4b88" /><Relationship Type="http://schemas.openxmlformats.org/officeDocument/2006/relationships/image" Target="/ppt/media/image55.png" Id="R0b97e5fa7e854b41" /><Relationship Type="http://schemas.openxmlformats.org/officeDocument/2006/relationships/notesSlide" Target="/ppt/notesSlides/notesSlide57.xml" Id="R18fa7ebc091d4c4c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319308df1b4077" /><Relationship Type="http://schemas.openxmlformats.org/officeDocument/2006/relationships/image" Target="/ppt/media/image56.png" Id="R6bdcaf921ef04ca6" /><Relationship Type="http://schemas.openxmlformats.org/officeDocument/2006/relationships/notesSlide" Target="/ppt/notesSlides/notesSlide58.xml" Id="R80db431ed8314fe1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0e88c033e4390" /><Relationship Type="http://schemas.openxmlformats.org/officeDocument/2006/relationships/image" Target="/ppt/media/image57.png" Id="Re292e4011c654226" /><Relationship Type="http://schemas.openxmlformats.org/officeDocument/2006/relationships/notesSlide" Target="/ppt/notesSlides/notesSlide59.xml" Id="Ra8509bbb45f24de7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8485b3f8674697" /><Relationship Type="http://schemas.openxmlformats.org/officeDocument/2006/relationships/image" Target="/ppt/media/image58.png" Id="Rdfb76784f68147d9" /><Relationship Type="http://schemas.openxmlformats.org/officeDocument/2006/relationships/notesSlide" Target="/ppt/notesSlides/notesSlide60.xml" Id="R8b475ecb9cf048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59274C-81C0-4A73-9311-276EA927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4509723690887074">
            <a:extLst xmlns:a="http://schemas.openxmlformats.org/drawingml/2006/main">
              <a:ext uri="{FF2B5EF4-FFF2-40B4-BE49-F238E27FC236}">
                <a16:creationId xmlns:a16="http://schemas.microsoft.com/office/drawing/2014/main" id="{77A65E3B-988B-4AAA-B862-408EA256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UAT DAN USER MANUAL</a:t>
            </a:r>
          </a:p>
        </p:txBody>
      </p:sp>
      <p:sp>
        <p:nvSpPr>
          <p:cNvPr id="3" name="text-0.879899520904369">
            <a:extLst xmlns:a="http://schemas.openxmlformats.org/drawingml/2006/main">
              <a:ext uri="{FF2B5EF4-FFF2-40B4-BE49-F238E27FC236}">
                <a16:creationId xmlns:a16="http://schemas.microsoft.com/office/drawing/2014/main" id="{F8E72F73-E3E1-4A33-B9C4-3BC5CD5C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57375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76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ABChicken POS</a:t>
            </a:r>
          </a:p>
        </p:txBody>
      </p:sp>
      <p:sp>
        <p:nvSpPr>
          <p:cNvPr id="4" name="text-0.366967774815096">
            <a:extLst xmlns:a="http://schemas.openxmlformats.org/drawingml/2006/main">
              <a:ext uri="{FF2B5EF4-FFF2-40B4-BE49-F238E27FC236}">
                <a16:creationId xmlns:a16="http://schemas.microsoft.com/office/drawing/2014/main" id="{4F65486E-60B7-4DC2-8559-BF55F842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B4A5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B4A5E"/>
                </a:solidFill>
                <a:latin typeface="Arial"/>
                <a:ea typeface="Arial"/>
                <a:cs typeface="Arial"/>
              </a:rPr>
              <a:t>Rev4 · Bukti layar sesuai per fitur</a:t>
            </a:r>
          </a:p>
        </p:txBody>
      </p:sp>
      <p:sp>
        <p:nvSpPr>
          <p:cNvPr id="5" name="text-0.01652297030164318">
            <a:extLst xmlns:a="http://schemas.openxmlformats.org/drawingml/2006/main">
              <a:ext uri="{FF2B5EF4-FFF2-40B4-BE49-F238E27FC236}">
                <a16:creationId xmlns:a16="http://schemas.microsoft.com/office/drawing/2014/main" id="{77ED19C6-5973-4AF1-84B8-CC920AEE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58 kebutuhan · 58 gambar fitur · 0 duplikasi identik</a:t>
            </a:r>
          </a:p>
        </p:txBody>
      </p:sp>
      <p:sp>
        <p:nvSpPr>
          <p:cNvPr id="6" name="text-0.9268393165225133">
            <a:extLst xmlns:a="http://schemas.openxmlformats.org/drawingml/2006/main">
              <a:ext uri="{FF2B5EF4-FFF2-40B4-BE49-F238E27FC236}">
                <a16:creationId xmlns:a16="http://schemas.microsoft.com/office/drawing/2014/main" id="{BEDD9B35-A030-4F65-B9AF-C17BFDF3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Varian abchicken | Versi 1.34.52+215 | 29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5704353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1A7568-40C9-4B0E-AF4D-FAB4A26C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3549763238826804">
            <a:extLst xmlns:a="http://schemas.openxmlformats.org/drawingml/2006/main">
              <a:ext uri="{FF2B5EF4-FFF2-40B4-BE49-F238E27FC236}">
                <a16:creationId xmlns:a16="http://schemas.microsoft.com/office/drawing/2014/main" id="{37EE9657-95BE-4C47-AAEA-5A57D613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Cara membaca bukti</a:t>
            </a:r>
          </a:p>
        </p:txBody>
      </p:sp>
      <p:sp>
        <p:nvSpPr>
          <p:cNvPr id="3" name="text-0.3612379486586149">
            <a:extLst xmlns:a="http://schemas.openxmlformats.org/drawingml/2006/main">
              <a:ext uri="{FF2B5EF4-FFF2-40B4-BE49-F238E27FC236}">
                <a16:creationId xmlns:a16="http://schemas.microsoft.com/office/drawing/2014/main" id="{F593A48F-80F7-4AB3-A3A7-02D94EE6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382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LAYAR LIVE</a:t>
            </a:r>
          </a:p>
        </p:txBody>
      </p:sp>
      <p:sp>
        <p:nvSpPr>
          <p:cNvPr id="4" name="text-0.320049207328456">
            <a:extLst xmlns:a="http://schemas.openxmlformats.org/drawingml/2006/main">
              <a:ext uri="{FF2B5EF4-FFF2-40B4-BE49-F238E27FC236}">
                <a16:creationId xmlns:a16="http://schemas.microsoft.com/office/drawing/2014/main" id="{F8D414A5-C2E4-4300-9822-901AD61E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551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636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64A"/>
                </a:solidFill>
                <a:latin typeface="Arial"/>
                <a:ea typeface="Arial"/>
                <a:cs typeface="Arial"/>
              </a:rPr>
              <a:t>Layar dibuka memakai akun tenant ABChicken pada 29 September 2026 dan tidak menampilkan pesan layanan tidak dikenal.</a:t>
            </a:r>
          </a:p>
        </p:txBody>
      </p:sp>
      <p:sp>
        <p:nvSpPr>
          <p:cNvPr id="5" name="text-0.7804678428657534">
            <a:extLst xmlns:a="http://schemas.openxmlformats.org/drawingml/2006/main">
              <a:ext uri="{FF2B5EF4-FFF2-40B4-BE49-F238E27FC236}">
                <a16:creationId xmlns:a16="http://schemas.microsoft.com/office/drawing/2014/main" id="{34F861E1-F551-42CD-92E7-4102174B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193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REFERENSI UAT UI</a:t>
            </a:r>
          </a:p>
        </p:txBody>
      </p:sp>
      <p:sp>
        <p:nvSpPr>
          <p:cNvPr id="6" name="text-0.13050624322672955">
            <a:extLst xmlns:a="http://schemas.openxmlformats.org/drawingml/2006/main">
              <a:ext uri="{FF2B5EF4-FFF2-40B4-BE49-F238E27FC236}">
                <a16:creationId xmlns:a16="http://schemas.microsoft.com/office/drawing/2014/main" id="{360CCC10-8A93-4AD1-A8B9-77418977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384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636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64A"/>
                </a:solidFill>
                <a:latin typeface="Arial"/>
                <a:ea typeface="Arial"/>
                <a:cs typeface="Arial"/>
              </a:rPr>
              <a:t>Layar berasal dari UAT aplikasi 9-10 September 2026. Bukti menunjukkan menu dan kontrol, bukan konfirmasi data tenant ABChicken terbaru.</a:t>
            </a:r>
          </a:p>
        </p:txBody>
      </p:sp>
      <p:sp>
        <p:nvSpPr>
          <p:cNvPr id="7" name="text-0.3015770518981281">
            <a:extLst xmlns:a="http://schemas.openxmlformats.org/drawingml/2006/main">
              <a:ext uri="{FF2B5EF4-FFF2-40B4-BE49-F238E27FC236}">
                <a16:creationId xmlns:a16="http://schemas.microsoft.com/office/drawing/2014/main" id="{5CD6ED53-5BF0-4667-96DA-3A555298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338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636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64A"/>
                </a:solidFill>
                <a:latin typeface="Arial"/>
                <a:ea typeface="Arial"/>
                <a:cs typeface="Arial"/>
              </a:rPr>
              <a:t>Anotasi 1 menunjukkan menu atau konteks, 2 menunjukkan filter atau kontrol utama, dan 3 menunjukkan data atau aksi. Bukti tampilan tidak menggantikan pengujian transaksi end-to-end.</a:t>
            </a:r>
          </a:p>
        </p:txBody>
      </p:sp>
      <p:sp>
        <p:nvSpPr>
          <p:cNvPr id="8" name="text-0.28640260037608056">
            <a:extLst xmlns:a="http://schemas.openxmlformats.org/drawingml/2006/main">
              <a:ext uri="{FF2B5EF4-FFF2-40B4-BE49-F238E27FC236}">
                <a16:creationId xmlns:a16="http://schemas.microsoft.com/office/drawing/2014/main" id="{A6A94C67-2A05-4EF2-963D-B09EBB47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Pemeriksaan otomatis: 58 gambar fitur, 0 hash SHA-256 yang identik.</a:t>
            </a:r>
          </a:p>
        </p:txBody>
      </p:sp>
    </p:spTree>
    <p:extLst>
      <p:ext uri="{BB962C8B-B14F-4D97-AF65-F5344CB8AC3E}">
        <p14:creationId xmlns:p14="http://schemas.microsoft.com/office/powerpoint/2010/main" val="11863913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69C2D3-F224-4B8D-B8A0-618F1860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06302177256970676">
            <a:extLst xmlns:a="http://schemas.openxmlformats.org/drawingml/2006/main">
              <a:ext uri="{FF2B5EF4-FFF2-40B4-BE49-F238E27FC236}">
                <a16:creationId xmlns:a16="http://schemas.microsoft.com/office/drawing/2014/main" id="{94AFA816-25CF-4F7E-8AAF-8C7FC675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87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DKB-01 Kasir (order &amp; biling, menu dengan foto produk, print struk untuk customer dan dapur)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b2615bf72c44bd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9537522246048233">
            <a:extLst xmlns:a="http://schemas.openxmlformats.org/drawingml/2006/main">
              <a:ext uri="{FF2B5EF4-FFF2-40B4-BE49-F238E27FC236}">
                <a16:creationId xmlns:a16="http://schemas.microsoft.com/office/drawing/2014/main" id="{F4C8A2B8-A5D0-42AF-A132-1AE140DB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36164745344960436">
            <a:extLst xmlns:a="http://schemas.openxmlformats.org/drawingml/2006/main">
              <a:ext uri="{FF2B5EF4-FFF2-40B4-BE49-F238E27FC236}">
                <a16:creationId xmlns:a16="http://schemas.microsoft.com/office/drawing/2014/main" id="{5EB121FC-081C-4ABB-8B71-7D3C3ED4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Operasional &gt; Kasir/POS</a:t>
            </a:r>
          </a:p>
        </p:txBody>
      </p:sp>
      <p:sp>
        <p:nvSpPr>
          <p:cNvPr id="6" name="text-0.7870500542953701">
            <a:extLst xmlns:a="http://schemas.openxmlformats.org/drawingml/2006/main">
              <a:ext uri="{FF2B5EF4-FFF2-40B4-BE49-F238E27FC236}">
                <a16:creationId xmlns:a16="http://schemas.microsoft.com/office/drawing/2014/main" id="{F1DA5D3A-252E-49D8-8461-E46C414B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8720349421875389">
            <a:extLst xmlns:a="http://schemas.openxmlformats.org/drawingml/2006/main">
              <a:ext uri="{FF2B5EF4-FFF2-40B4-BE49-F238E27FC236}">
                <a16:creationId xmlns:a16="http://schemas.microsoft.com/office/drawing/2014/main" id="{60051F55-1C27-45D7-8523-E2C7D16A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REFERENSI UAT UI</a:t>
            </a:r>
          </a:p>
        </p:txBody>
      </p:sp>
      <p:sp>
        <p:nvSpPr>
          <p:cNvPr id="8" name="text-0.9977831734269">
            <a:extLst xmlns:a="http://schemas.openxmlformats.org/drawingml/2006/main">
              <a:ext uri="{FF2B5EF4-FFF2-40B4-BE49-F238E27FC236}">
                <a16:creationId xmlns:a16="http://schemas.microsoft.com/office/drawing/2014/main" id="{33647892-5155-4419-BD04-11BC280A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4765177190676715">
            <a:extLst xmlns:a="http://schemas.openxmlformats.org/drawingml/2006/main">
              <a:ext uri="{FF2B5EF4-FFF2-40B4-BE49-F238E27FC236}">
                <a16:creationId xmlns:a16="http://schemas.microsoft.com/office/drawing/2014/main" id="{064E5329-A113-46BE-958C-D2E4821F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999120530362637">
            <a:extLst xmlns:a="http://schemas.openxmlformats.org/drawingml/2006/main">
              <a:ext uri="{FF2B5EF4-FFF2-40B4-BE49-F238E27FC236}">
                <a16:creationId xmlns:a16="http://schemas.microsoft.com/office/drawing/2014/main" id="{2CF72909-B92D-4187-A699-29304F6C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UAT UI 10-09-2026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01-kasir-pos-layar-penuh.png</a:t>
            </a:r>
          </a:p>
        </p:txBody>
      </p:sp>
      <p:sp>
        <p:nvSpPr>
          <p:cNvPr id="11" name="text-0.10773070048743949">
            <a:extLst xmlns:a="http://schemas.openxmlformats.org/drawingml/2006/main">
              <a:ext uri="{FF2B5EF4-FFF2-40B4-BE49-F238E27FC236}">
                <a16:creationId xmlns:a16="http://schemas.microsoft.com/office/drawing/2014/main" id="{09C62F50-26AA-40B6-944B-4A596274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3/60</a:t>
            </a:r>
          </a:p>
        </p:txBody>
      </p:sp>
    </p:spTree>
    <p:extLst>
      <p:ext uri="{BB962C8B-B14F-4D97-AF65-F5344CB8AC3E}">
        <p14:creationId xmlns:p14="http://schemas.microsoft.com/office/powerpoint/2010/main" val="12715180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8E495A-FF19-45FE-BF8A-5C0599F2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25145114323943063">
            <a:extLst xmlns:a="http://schemas.openxmlformats.org/drawingml/2006/main">
              <a:ext uri="{FF2B5EF4-FFF2-40B4-BE49-F238E27FC236}">
                <a16:creationId xmlns:a16="http://schemas.microsoft.com/office/drawing/2014/main" id="{6C4FA97C-F4DA-48D7-ACD2-BABB54E7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DKB-02 Nomor antrian di setiap struk, catatan pesanan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83399b28b94591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20398154752294262">
            <a:extLst xmlns:a="http://schemas.openxmlformats.org/drawingml/2006/main">
              <a:ext uri="{FF2B5EF4-FFF2-40B4-BE49-F238E27FC236}">
                <a16:creationId xmlns:a16="http://schemas.microsoft.com/office/drawing/2014/main" id="{4B30FD96-AAAF-4345-8543-3416B4D1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040057002636207595">
            <a:extLst xmlns:a="http://schemas.openxmlformats.org/drawingml/2006/main">
              <a:ext uri="{FF2B5EF4-FFF2-40B4-BE49-F238E27FC236}">
                <a16:creationId xmlns:a16="http://schemas.microsoft.com/office/drawing/2014/main" id="{68FDFD70-3D5D-407A-BD45-FEB4B954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Operasional &gt; Kasir/POS &gt; Keranjang</a:t>
            </a:r>
          </a:p>
        </p:txBody>
      </p:sp>
      <p:sp>
        <p:nvSpPr>
          <p:cNvPr id="6" name="text-0.6771420925510839">
            <a:extLst xmlns:a="http://schemas.openxmlformats.org/drawingml/2006/main">
              <a:ext uri="{FF2B5EF4-FFF2-40B4-BE49-F238E27FC236}">
                <a16:creationId xmlns:a16="http://schemas.microsoft.com/office/drawing/2014/main" id="{FA71AF5B-0F33-4BAB-ACA1-C280275B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7676502930060758">
            <a:extLst xmlns:a="http://schemas.openxmlformats.org/drawingml/2006/main">
              <a:ext uri="{FF2B5EF4-FFF2-40B4-BE49-F238E27FC236}">
                <a16:creationId xmlns:a16="http://schemas.microsoft.com/office/drawing/2014/main" id="{470A283D-3E7F-4F39-BDED-64B8669C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LAYAR LIVE</a:t>
            </a:r>
          </a:p>
        </p:txBody>
      </p:sp>
      <p:sp>
        <p:nvSpPr>
          <p:cNvPr id="8" name="text-0.5978115726457877">
            <a:extLst xmlns:a="http://schemas.openxmlformats.org/drawingml/2006/main">
              <a:ext uri="{FF2B5EF4-FFF2-40B4-BE49-F238E27FC236}">
                <a16:creationId xmlns:a16="http://schemas.microsoft.com/office/drawing/2014/main" id="{8CB50808-8733-423E-BA06-1E6E5E5D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6404254429441083">
            <a:extLst xmlns:a="http://schemas.openxmlformats.org/drawingml/2006/main">
              <a:ext uri="{FF2B5EF4-FFF2-40B4-BE49-F238E27FC236}">
                <a16:creationId xmlns:a16="http://schemas.microsoft.com/office/drawing/2014/main" id="{F63F98D8-022B-4A66-8E19-5A0A0409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4186369561704304">
            <a:extLst xmlns:a="http://schemas.openxmlformats.org/drawingml/2006/main">
              <a:ext uri="{FF2B5EF4-FFF2-40B4-BE49-F238E27FC236}">
                <a16:creationId xmlns:a16="http://schemas.microsoft.com/office/drawing/2014/main" id="{B98ACEAC-1BA1-4EB8-B4A4-9DB6B432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Live ABChicken 29-09-2026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11-pos_sale-50-record.png</a:t>
            </a:r>
          </a:p>
        </p:txBody>
      </p:sp>
      <p:sp>
        <p:nvSpPr>
          <p:cNvPr id="11" name="text-0.21942459836544104">
            <a:extLst xmlns:a="http://schemas.openxmlformats.org/drawingml/2006/main">
              <a:ext uri="{FF2B5EF4-FFF2-40B4-BE49-F238E27FC236}">
                <a16:creationId xmlns:a16="http://schemas.microsoft.com/office/drawing/2014/main" id="{8C7235A9-C8E2-4C6E-94D0-EDC1DF4F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4/60</a:t>
            </a:r>
          </a:p>
        </p:txBody>
      </p:sp>
    </p:spTree>
    <p:extLst>
      <p:ext uri="{BB962C8B-B14F-4D97-AF65-F5344CB8AC3E}">
        <p14:creationId xmlns:p14="http://schemas.microsoft.com/office/powerpoint/2010/main" val="6179931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0F746E-EBC2-4813-B8DA-DFCF989E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9306843096442207">
            <a:extLst xmlns:a="http://schemas.openxmlformats.org/drawingml/2006/main">
              <a:ext uri="{FF2B5EF4-FFF2-40B4-BE49-F238E27FC236}">
                <a16:creationId xmlns:a16="http://schemas.microsoft.com/office/drawing/2014/main" id="{E354C0F6-4908-41A0-B558-0BA5EAC7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DKB-03 Waste produk dan retur barang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b8bbe7437d46eb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9084837477840111">
            <a:extLst xmlns:a="http://schemas.openxmlformats.org/drawingml/2006/main">
              <a:ext uri="{FF2B5EF4-FFF2-40B4-BE49-F238E27FC236}">
                <a16:creationId xmlns:a16="http://schemas.microsoft.com/office/drawing/2014/main" id="{10E16F67-31DB-4B82-98F1-9B36A9A4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09991063142759626">
            <a:extLst xmlns:a="http://schemas.openxmlformats.org/drawingml/2006/main">
              <a:ext uri="{FF2B5EF4-FFF2-40B4-BE49-F238E27FC236}">
                <a16:creationId xmlns:a16="http://schemas.microsoft.com/office/drawing/2014/main" id="{C74AD530-153A-41DD-A584-D4153B50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Produksi &gt; Waste &amp; Susut Produksi</a:t>
            </a:r>
          </a:p>
        </p:txBody>
      </p:sp>
      <p:sp>
        <p:nvSpPr>
          <p:cNvPr id="6" name="text-0.5722113118933011">
            <a:extLst xmlns:a="http://schemas.openxmlformats.org/drawingml/2006/main">
              <a:ext uri="{FF2B5EF4-FFF2-40B4-BE49-F238E27FC236}">
                <a16:creationId xmlns:a16="http://schemas.microsoft.com/office/drawing/2014/main" id="{FB23E465-23A9-446B-AEE1-91F1B3E8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1543936340201273">
            <a:extLst xmlns:a="http://schemas.openxmlformats.org/drawingml/2006/main">
              <a:ext uri="{FF2B5EF4-FFF2-40B4-BE49-F238E27FC236}">
                <a16:creationId xmlns:a16="http://schemas.microsoft.com/office/drawing/2014/main" id="{1F152793-AD7F-46E5-9D2F-29EE4C23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LAYAR LIVE</a:t>
            </a:r>
          </a:p>
        </p:txBody>
      </p:sp>
      <p:sp>
        <p:nvSpPr>
          <p:cNvPr id="8" name="text-0.1470052676020137">
            <a:extLst xmlns:a="http://schemas.openxmlformats.org/drawingml/2006/main">
              <a:ext uri="{FF2B5EF4-FFF2-40B4-BE49-F238E27FC236}">
                <a16:creationId xmlns:a16="http://schemas.microsoft.com/office/drawing/2014/main" id="{D4D95EB0-57DC-4093-809E-7B455DA3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9816043346329377">
            <a:extLst xmlns:a="http://schemas.openxmlformats.org/drawingml/2006/main">
              <a:ext uri="{FF2B5EF4-FFF2-40B4-BE49-F238E27FC236}">
                <a16:creationId xmlns:a16="http://schemas.microsoft.com/office/drawing/2014/main" id="{2C8F0BC5-B8E9-4998-8FD9-0865E1AB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8358848146538914">
            <a:extLst xmlns:a="http://schemas.openxmlformats.org/drawingml/2006/main">
              <a:ext uri="{FF2B5EF4-FFF2-40B4-BE49-F238E27FC236}">
                <a16:creationId xmlns:a16="http://schemas.microsoft.com/office/drawing/2014/main" id="{D90A567B-4EDF-4A0B-8D2E-86E4B9D1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Live ABChicken 29-09-2026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42-waste-produksi.png</a:t>
            </a:r>
          </a:p>
        </p:txBody>
      </p:sp>
      <p:sp>
        <p:nvSpPr>
          <p:cNvPr id="11" name="text-0.48181478210385453">
            <a:extLst xmlns:a="http://schemas.openxmlformats.org/drawingml/2006/main">
              <a:ext uri="{FF2B5EF4-FFF2-40B4-BE49-F238E27FC236}">
                <a16:creationId xmlns:a16="http://schemas.microsoft.com/office/drawing/2014/main" id="{D7F4CD38-B4AB-4F52-970E-75B63D0D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5/60</a:t>
            </a:r>
          </a:p>
        </p:txBody>
      </p:sp>
    </p:spTree>
    <p:extLst>
      <p:ext uri="{BB962C8B-B14F-4D97-AF65-F5344CB8AC3E}">
        <p14:creationId xmlns:p14="http://schemas.microsoft.com/office/powerpoint/2010/main" val="1175801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DB4DEC-C85F-4D01-B8C7-80B3B4BC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031843745437018955">
            <a:extLst xmlns:a="http://schemas.openxmlformats.org/drawingml/2006/main">
              <a:ext uri="{FF2B5EF4-FFF2-40B4-BE49-F238E27FC236}">
                <a16:creationId xmlns:a16="http://schemas.microsoft.com/office/drawing/2014/main" id="{816F1E27-FA8C-4A2A-8E0C-593B68FD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87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DKB-04 Manager Meal (tester maximal 20 rb) dan crew meal atau diskon karyawan (potongan harga 10 %)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80eb5094cd416a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202347991072917">
            <a:extLst xmlns:a="http://schemas.openxmlformats.org/drawingml/2006/main">
              <a:ext uri="{FF2B5EF4-FFF2-40B4-BE49-F238E27FC236}">
                <a16:creationId xmlns:a16="http://schemas.microsoft.com/office/drawing/2014/main" id="{04DC8081-7701-46E3-954A-2B6CB1CA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8613512401541686">
            <a:extLst xmlns:a="http://schemas.openxmlformats.org/drawingml/2006/main">
              <a:ext uri="{FF2B5EF4-FFF2-40B4-BE49-F238E27FC236}">
                <a16:creationId xmlns:a16="http://schemas.microsoft.com/office/drawing/2014/main" id="{9F64C856-5C97-41C1-BBEC-81AAFE09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Operasional &gt; Kasir/POS &gt; Meal Pegawai</a:t>
            </a:r>
          </a:p>
        </p:txBody>
      </p:sp>
      <p:sp>
        <p:nvSpPr>
          <p:cNvPr id="6" name="text-0.43910200853880055">
            <a:extLst xmlns:a="http://schemas.openxmlformats.org/drawingml/2006/main">
              <a:ext uri="{FF2B5EF4-FFF2-40B4-BE49-F238E27FC236}">
                <a16:creationId xmlns:a16="http://schemas.microsoft.com/office/drawing/2014/main" id="{B4C14D7F-7C57-4F7D-B5BF-B390E06C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15926259950407173">
            <a:extLst xmlns:a="http://schemas.openxmlformats.org/drawingml/2006/main">
              <a:ext uri="{FF2B5EF4-FFF2-40B4-BE49-F238E27FC236}">
                <a16:creationId xmlns:a16="http://schemas.microsoft.com/office/drawing/2014/main" id="{8181B773-1830-418B-B31C-CF0F6DE1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REFERENSI UAT UI</a:t>
            </a:r>
          </a:p>
        </p:txBody>
      </p:sp>
      <p:sp>
        <p:nvSpPr>
          <p:cNvPr id="8" name="text-0.25109220711267954">
            <a:extLst xmlns:a="http://schemas.openxmlformats.org/drawingml/2006/main">
              <a:ext uri="{FF2B5EF4-FFF2-40B4-BE49-F238E27FC236}">
                <a16:creationId xmlns:a16="http://schemas.microsoft.com/office/drawing/2014/main" id="{6E03CB1F-47C1-42DC-81F8-6FFF3DD7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39458907279371713">
            <a:extLst xmlns:a="http://schemas.openxmlformats.org/drawingml/2006/main">
              <a:ext uri="{FF2B5EF4-FFF2-40B4-BE49-F238E27FC236}">
                <a16:creationId xmlns:a16="http://schemas.microsoft.com/office/drawing/2014/main" id="{DB1ED06B-9149-4E07-88CD-505CF0F5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4310568920881367">
            <a:extLst xmlns:a="http://schemas.openxmlformats.org/drawingml/2006/main">
              <a:ext uri="{FF2B5EF4-FFF2-40B4-BE49-F238E27FC236}">
                <a16:creationId xmlns:a16="http://schemas.microsoft.com/office/drawing/2014/main" id="{2BF4C13F-184A-4C5D-B1DC-452BE862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UAT UI 10-09-2026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01-kasir-pos-layar-penuh.png</a:t>
            </a:r>
          </a:p>
        </p:txBody>
      </p:sp>
      <p:sp>
        <p:nvSpPr>
          <p:cNvPr id="11" name="text-0.7154578848027189">
            <a:extLst xmlns:a="http://schemas.openxmlformats.org/drawingml/2006/main">
              <a:ext uri="{FF2B5EF4-FFF2-40B4-BE49-F238E27FC236}">
                <a16:creationId xmlns:a16="http://schemas.microsoft.com/office/drawing/2014/main" id="{EB8600FD-8BBB-4E07-B669-7CD4B4DA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6/60</a:t>
            </a:r>
          </a:p>
        </p:txBody>
      </p:sp>
    </p:spTree>
    <p:extLst>
      <p:ext uri="{BB962C8B-B14F-4D97-AF65-F5344CB8AC3E}">
        <p14:creationId xmlns:p14="http://schemas.microsoft.com/office/powerpoint/2010/main" val="16264554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B61B4C-ADFD-4AFF-9F91-670F76C8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09036379168059239">
            <a:extLst xmlns:a="http://schemas.openxmlformats.org/drawingml/2006/main">
              <a:ext uri="{FF2B5EF4-FFF2-40B4-BE49-F238E27FC236}">
                <a16:creationId xmlns:a16="http://schemas.microsoft.com/office/drawing/2014/main" id="{D81A2F07-09AE-4139-897F-FD017612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DKB-05 Laporan penjualan perjam dan per item serta menu khusus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d7968093b746e7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9349928151105014">
            <a:extLst xmlns:a="http://schemas.openxmlformats.org/drawingml/2006/main">
              <a:ext uri="{FF2B5EF4-FFF2-40B4-BE49-F238E27FC236}">
                <a16:creationId xmlns:a16="http://schemas.microsoft.com/office/drawing/2014/main" id="{4BDBE650-E363-4B58-9F7D-28B5226B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8057115330498508">
            <a:extLst xmlns:a="http://schemas.openxmlformats.org/drawingml/2006/main">
              <a:ext uri="{FF2B5EF4-FFF2-40B4-BE49-F238E27FC236}">
                <a16:creationId xmlns:a16="http://schemas.microsoft.com/office/drawing/2014/main" id="{5121E25F-1974-4BE7-9E19-84D7D07F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Transaksi &amp; Laporan &gt; Penjualan</a:t>
            </a:r>
          </a:p>
        </p:txBody>
      </p:sp>
      <p:sp>
        <p:nvSpPr>
          <p:cNvPr id="6" name="text-0.2257073041387836">
            <a:extLst xmlns:a="http://schemas.openxmlformats.org/drawingml/2006/main">
              <a:ext uri="{FF2B5EF4-FFF2-40B4-BE49-F238E27FC236}">
                <a16:creationId xmlns:a16="http://schemas.microsoft.com/office/drawing/2014/main" id="{176DF4B7-D0DB-472B-B3E3-ECE70994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4205210935976329">
            <a:extLst xmlns:a="http://schemas.openxmlformats.org/drawingml/2006/main">
              <a:ext uri="{FF2B5EF4-FFF2-40B4-BE49-F238E27FC236}">
                <a16:creationId xmlns:a16="http://schemas.microsoft.com/office/drawing/2014/main" id="{A96ED1A7-9724-4942-92E5-42796B38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REFERENSI UAT UI</a:t>
            </a:r>
          </a:p>
        </p:txBody>
      </p:sp>
      <p:sp>
        <p:nvSpPr>
          <p:cNvPr id="8" name="text-0.41990890778787326">
            <a:extLst xmlns:a="http://schemas.openxmlformats.org/drawingml/2006/main">
              <a:ext uri="{FF2B5EF4-FFF2-40B4-BE49-F238E27FC236}">
                <a16:creationId xmlns:a16="http://schemas.microsoft.com/office/drawing/2014/main" id="{22677F81-01D9-4D3B-A866-9A07ED59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09002114451825394">
            <a:extLst xmlns:a="http://schemas.openxmlformats.org/drawingml/2006/main">
              <a:ext uri="{FF2B5EF4-FFF2-40B4-BE49-F238E27FC236}">
                <a16:creationId xmlns:a16="http://schemas.microsoft.com/office/drawing/2014/main" id="{927FDB22-72CE-474F-9CCA-C2F6BC53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681166269853419">
            <a:extLst xmlns:a="http://schemas.openxmlformats.org/drawingml/2006/main">
              <a:ext uri="{FF2B5EF4-FFF2-40B4-BE49-F238E27FC236}">
                <a16:creationId xmlns:a16="http://schemas.microsoft.com/office/drawing/2014/main" id="{90570B64-16AD-452E-8FB6-0FEA4BE8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UAT UI 10-09-2026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15-penjualan-per-barang-atas.png</a:t>
            </a:r>
          </a:p>
        </p:txBody>
      </p:sp>
      <p:sp>
        <p:nvSpPr>
          <p:cNvPr id="11" name="text-0.44082829807492285">
            <a:extLst xmlns:a="http://schemas.openxmlformats.org/drawingml/2006/main">
              <a:ext uri="{FF2B5EF4-FFF2-40B4-BE49-F238E27FC236}">
                <a16:creationId xmlns:a16="http://schemas.microsoft.com/office/drawing/2014/main" id="{AA2F2190-E443-4619-89E3-F04280A1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7/60</a:t>
            </a:r>
          </a:p>
        </p:txBody>
      </p:sp>
    </p:spTree>
    <p:extLst>
      <p:ext uri="{BB962C8B-B14F-4D97-AF65-F5344CB8AC3E}">
        <p14:creationId xmlns:p14="http://schemas.microsoft.com/office/powerpoint/2010/main" val="17200343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88D96A-9E75-44A2-9AAF-AAD7FCE5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21587881327391412">
            <a:extLst xmlns:a="http://schemas.openxmlformats.org/drawingml/2006/main">
              <a:ext uri="{FF2B5EF4-FFF2-40B4-BE49-F238E27FC236}">
                <a16:creationId xmlns:a16="http://schemas.microsoft.com/office/drawing/2014/main" id="{2AA19DFE-331E-4C02-B36D-7709F1B5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DKB-06 Laporan mengenai laba rugi, cogs, dan sebagainya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1be0f4aab84e36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16828881517419447">
            <a:extLst xmlns:a="http://schemas.openxmlformats.org/drawingml/2006/main">
              <a:ext uri="{FF2B5EF4-FFF2-40B4-BE49-F238E27FC236}">
                <a16:creationId xmlns:a16="http://schemas.microsoft.com/office/drawing/2014/main" id="{68F8CD00-F4FE-47FF-96D8-16AD254E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7582949242946537">
            <a:extLst xmlns:a="http://schemas.openxmlformats.org/drawingml/2006/main">
              <a:ext uri="{FF2B5EF4-FFF2-40B4-BE49-F238E27FC236}">
                <a16:creationId xmlns:a16="http://schemas.microsoft.com/office/drawing/2014/main" id="{94B42328-B8C0-4EF2-BA8B-2D2097CD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Akuntansi &gt; Laba Rugi</a:t>
            </a:r>
          </a:p>
        </p:txBody>
      </p:sp>
      <p:sp>
        <p:nvSpPr>
          <p:cNvPr id="6" name="text-0.28923769434990376">
            <a:extLst xmlns:a="http://schemas.openxmlformats.org/drawingml/2006/main">
              <a:ext uri="{FF2B5EF4-FFF2-40B4-BE49-F238E27FC236}">
                <a16:creationId xmlns:a16="http://schemas.microsoft.com/office/drawing/2014/main" id="{54A56DA0-AABC-4FAE-85C0-187CE9C5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31757174122460663">
            <a:extLst xmlns:a="http://schemas.openxmlformats.org/drawingml/2006/main">
              <a:ext uri="{FF2B5EF4-FFF2-40B4-BE49-F238E27FC236}">
                <a16:creationId xmlns:a16="http://schemas.microsoft.com/office/drawing/2014/main" id="{FFA1C628-537C-4B04-AC83-77A93FCE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LAYAR LIVE</a:t>
            </a:r>
          </a:p>
        </p:txBody>
      </p:sp>
      <p:sp>
        <p:nvSpPr>
          <p:cNvPr id="8" name="text-0.6480924778997251">
            <a:extLst xmlns:a="http://schemas.openxmlformats.org/drawingml/2006/main">
              <a:ext uri="{FF2B5EF4-FFF2-40B4-BE49-F238E27FC236}">
                <a16:creationId xmlns:a16="http://schemas.microsoft.com/office/drawing/2014/main" id="{BCA8321C-C5E0-4085-8861-76A876A4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6696137636003388">
            <a:extLst xmlns:a="http://schemas.openxmlformats.org/drawingml/2006/main">
              <a:ext uri="{FF2B5EF4-FFF2-40B4-BE49-F238E27FC236}">
                <a16:creationId xmlns:a16="http://schemas.microsoft.com/office/drawing/2014/main" id="{2A5D1CDB-F07F-4EEB-8244-49B895A0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5111348090487247">
            <a:extLst xmlns:a="http://schemas.openxmlformats.org/drawingml/2006/main">
              <a:ext uri="{FF2B5EF4-FFF2-40B4-BE49-F238E27FC236}">
                <a16:creationId xmlns:a16="http://schemas.microsoft.com/office/drawing/2014/main" id="{320AEC15-E665-4871-A13D-09C690FA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Live ABChicken 29-09-2026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23-laba-rugi.png</a:t>
            </a:r>
          </a:p>
        </p:txBody>
      </p:sp>
      <p:sp>
        <p:nvSpPr>
          <p:cNvPr id="11" name="text-0.24989546383454408">
            <a:extLst xmlns:a="http://schemas.openxmlformats.org/drawingml/2006/main">
              <a:ext uri="{FF2B5EF4-FFF2-40B4-BE49-F238E27FC236}">
                <a16:creationId xmlns:a16="http://schemas.microsoft.com/office/drawing/2014/main" id="{41370E33-273B-49CA-ACF8-4762FA53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8/60</a:t>
            </a:r>
          </a:p>
        </p:txBody>
      </p:sp>
    </p:spTree>
    <p:extLst>
      <p:ext uri="{BB962C8B-B14F-4D97-AF65-F5344CB8AC3E}">
        <p14:creationId xmlns:p14="http://schemas.microsoft.com/office/powerpoint/2010/main" val="21049216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83A038-782A-4C3F-8021-DB2DB9D7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629106701711063">
            <a:extLst xmlns:a="http://schemas.openxmlformats.org/drawingml/2006/main">
              <a:ext uri="{FF2B5EF4-FFF2-40B4-BE49-F238E27FC236}">
                <a16:creationId xmlns:a16="http://schemas.microsoft.com/office/drawing/2014/main" id="{46B8A820-A277-464C-91F4-E6BA54D9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DKB-07 Self order/customer pesan sendiri lewat scan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a7ac2f33b94e77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4625116341554715">
            <a:extLst xmlns:a="http://schemas.openxmlformats.org/drawingml/2006/main">
              <a:ext uri="{FF2B5EF4-FFF2-40B4-BE49-F238E27FC236}">
                <a16:creationId xmlns:a16="http://schemas.microsoft.com/office/drawing/2014/main" id="{194026BB-747A-4395-8B3D-D871D665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8391805895351696">
            <a:extLst xmlns:a="http://schemas.openxmlformats.org/drawingml/2006/main">
              <a:ext uri="{FF2B5EF4-FFF2-40B4-BE49-F238E27FC236}">
                <a16:creationId xmlns:a16="http://schemas.microsoft.com/office/drawing/2014/main" id="{B616A9D1-9A53-411A-9302-B8DBD46D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Operasional &gt; Self Order / QR Menu</a:t>
            </a:r>
          </a:p>
        </p:txBody>
      </p:sp>
      <p:sp>
        <p:nvSpPr>
          <p:cNvPr id="6" name="text-0.8885302859221972">
            <a:extLst xmlns:a="http://schemas.openxmlformats.org/drawingml/2006/main">
              <a:ext uri="{FF2B5EF4-FFF2-40B4-BE49-F238E27FC236}">
                <a16:creationId xmlns:a16="http://schemas.microsoft.com/office/drawing/2014/main" id="{527DFD8B-AB01-4825-BFFD-F03C28AF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7119024839561074">
            <a:extLst xmlns:a="http://schemas.openxmlformats.org/drawingml/2006/main">
              <a:ext uri="{FF2B5EF4-FFF2-40B4-BE49-F238E27FC236}">
                <a16:creationId xmlns:a16="http://schemas.microsoft.com/office/drawing/2014/main" id="{ECEB58A1-399D-4540-87BF-D923B528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LAYAR LIVE</a:t>
            </a:r>
          </a:p>
        </p:txBody>
      </p:sp>
      <p:sp>
        <p:nvSpPr>
          <p:cNvPr id="8" name="text-0.5841045575912082">
            <a:extLst xmlns:a="http://schemas.openxmlformats.org/drawingml/2006/main">
              <a:ext uri="{FF2B5EF4-FFF2-40B4-BE49-F238E27FC236}">
                <a16:creationId xmlns:a16="http://schemas.microsoft.com/office/drawing/2014/main" id="{D6C3B418-611E-489B-95C4-467A5E4C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8764519411632504">
            <a:extLst xmlns:a="http://schemas.openxmlformats.org/drawingml/2006/main">
              <a:ext uri="{FF2B5EF4-FFF2-40B4-BE49-F238E27FC236}">
                <a16:creationId xmlns:a16="http://schemas.microsoft.com/office/drawing/2014/main" id="{17E5BDDB-0C1E-464D-8F80-1B83BA68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9340370422104356">
            <a:extLst xmlns:a="http://schemas.openxmlformats.org/drawingml/2006/main">
              <a:ext uri="{FF2B5EF4-FFF2-40B4-BE49-F238E27FC236}">
                <a16:creationId xmlns:a16="http://schemas.microsoft.com/office/drawing/2014/main" id="{943765D8-F796-46C3-9387-165FF021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Live ABChicken 29-09-2026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36-self-order-qr.png</a:t>
            </a:r>
          </a:p>
        </p:txBody>
      </p:sp>
      <p:sp>
        <p:nvSpPr>
          <p:cNvPr id="11" name="text-0.5384958417142808">
            <a:extLst xmlns:a="http://schemas.openxmlformats.org/drawingml/2006/main">
              <a:ext uri="{FF2B5EF4-FFF2-40B4-BE49-F238E27FC236}">
                <a16:creationId xmlns:a16="http://schemas.microsoft.com/office/drawing/2014/main" id="{DCA52F20-082A-4154-8E19-BC9B79A7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9/60</a:t>
            </a:r>
          </a:p>
        </p:txBody>
      </p:sp>
    </p:spTree>
    <p:extLst>
      <p:ext uri="{BB962C8B-B14F-4D97-AF65-F5344CB8AC3E}">
        <p14:creationId xmlns:p14="http://schemas.microsoft.com/office/powerpoint/2010/main" val="2365065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C74B8F-C792-450E-A884-C3243B7D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558413402131935">
            <a:extLst xmlns:a="http://schemas.openxmlformats.org/drawingml/2006/main">
              <a:ext uri="{FF2B5EF4-FFF2-40B4-BE49-F238E27FC236}">
                <a16:creationId xmlns:a16="http://schemas.microsoft.com/office/drawing/2014/main" id="{792385A7-CBCC-4621-A415-094BB01F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DKB-08 Buka dan akhiri shift otomatis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cb8c29e06942f6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22091490807404923">
            <a:extLst xmlns:a="http://schemas.openxmlformats.org/drawingml/2006/main">
              <a:ext uri="{FF2B5EF4-FFF2-40B4-BE49-F238E27FC236}">
                <a16:creationId xmlns:a16="http://schemas.microsoft.com/office/drawing/2014/main" id="{BCC076DF-4401-4FCA-A166-E3DCC724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2977678749068079">
            <a:extLst xmlns:a="http://schemas.openxmlformats.org/drawingml/2006/main">
              <a:ext uri="{FF2B5EF4-FFF2-40B4-BE49-F238E27FC236}">
                <a16:creationId xmlns:a16="http://schemas.microsoft.com/office/drawing/2014/main" id="{79EE487A-4C56-44F2-AF45-AB8607BA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Operasional &gt; Pengaturan Shift Otomatis</a:t>
            </a:r>
          </a:p>
        </p:txBody>
      </p:sp>
      <p:sp>
        <p:nvSpPr>
          <p:cNvPr id="6" name="text-0.5638774507335521">
            <a:extLst xmlns:a="http://schemas.openxmlformats.org/drawingml/2006/main">
              <a:ext uri="{FF2B5EF4-FFF2-40B4-BE49-F238E27FC236}">
                <a16:creationId xmlns:a16="http://schemas.microsoft.com/office/drawing/2014/main" id="{A8D1BCAF-C932-46F0-AB81-D9A1B934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8107853028614617">
            <a:extLst xmlns:a="http://schemas.openxmlformats.org/drawingml/2006/main">
              <a:ext uri="{FF2B5EF4-FFF2-40B4-BE49-F238E27FC236}">
                <a16:creationId xmlns:a16="http://schemas.microsoft.com/office/drawing/2014/main" id="{3934FEB3-071E-417C-A42D-3200BA1A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LAYAR LIVE</a:t>
            </a:r>
          </a:p>
        </p:txBody>
      </p:sp>
      <p:sp>
        <p:nvSpPr>
          <p:cNvPr id="8" name="text-0.044393936420736746">
            <a:extLst xmlns:a="http://schemas.openxmlformats.org/drawingml/2006/main">
              <a:ext uri="{FF2B5EF4-FFF2-40B4-BE49-F238E27FC236}">
                <a16:creationId xmlns:a16="http://schemas.microsoft.com/office/drawing/2014/main" id="{E2513A49-8EE6-4D43-B2DA-08B4E06D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24126183663964496">
            <a:extLst xmlns:a="http://schemas.openxmlformats.org/drawingml/2006/main">
              <a:ext uri="{FF2B5EF4-FFF2-40B4-BE49-F238E27FC236}">
                <a16:creationId xmlns:a16="http://schemas.microsoft.com/office/drawing/2014/main" id="{8B7082F1-FF2D-4921-B806-217ACBEF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7906242594916781">
            <a:extLst xmlns:a="http://schemas.openxmlformats.org/drawingml/2006/main">
              <a:ext uri="{FF2B5EF4-FFF2-40B4-BE49-F238E27FC236}">
                <a16:creationId xmlns:a16="http://schemas.microsoft.com/office/drawing/2014/main" id="{EF76753F-1C43-4617-8906-406B749B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Live ABChicken 29-09-2026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37-otomasi-shift-kasir.png</a:t>
            </a:r>
          </a:p>
        </p:txBody>
      </p:sp>
      <p:sp>
        <p:nvSpPr>
          <p:cNvPr id="11" name="text-0.5977939882658433">
            <a:extLst xmlns:a="http://schemas.openxmlformats.org/drawingml/2006/main">
              <a:ext uri="{FF2B5EF4-FFF2-40B4-BE49-F238E27FC236}">
                <a16:creationId xmlns:a16="http://schemas.microsoft.com/office/drawing/2014/main" id="{B639DD47-88CE-4A83-82ED-2DF36F3B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10/60</a:t>
            </a:r>
          </a:p>
        </p:txBody>
      </p:sp>
    </p:spTree>
    <p:extLst>
      <p:ext uri="{BB962C8B-B14F-4D97-AF65-F5344CB8AC3E}">
        <p14:creationId xmlns:p14="http://schemas.microsoft.com/office/powerpoint/2010/main" val="3253747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54FC18-7AB4-4FE2-A3A4-7CDA5CBE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8165308144953823">
            <a:extLst xmlns:a="http://schemas.openxmlformats.org/drawingml/2006/main">
              <a:ext uri="{FF2B5EF4-FFF2-40B4-BE49-F238E27FC236}">
                <a16:creationId xmlns:a16="http://schemas.microsoft.com/office/drawing/2014/main" id="{6B012657-3918-4B10-8E3B-4374F214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DKB-09 Offline POS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2a86f0a10e4c4e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6107338561699102">
            <a:extLst xmlns:a="http://schemas.openxmlformats.org/drawingml/2006/main">
              <a:ext uri="{FF2B5EF4-FFF2-40B4-BE49-F238E27FC236}">
                <a16:creationId xmlns:a16="http://schemas.microsoft.com/office/drawing/2014/main" id="{511D14F0-49B3-46FB-981D-559FC0C0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9888218270833696">
            <a:extLst xmlns:a="http://schemas.openxmlformats.org/drawingml/2006/main">
              <a:ext uri="{FF2B5EF4-FFF2-40B4-BE49-F238E27FC236}">
                <a16:creationId xmlns:a16="http://schemas.microsoft.com/office/drawing/2014/main" id="{E3B623CB-A3A5-4703-9398-E89E852E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Operasional &gt; Kasir/POS</a:t>
            </a:r>
          </a:p>
        </p:txBody>
      </p:sp>
      <p:sp>
        <p:nvSpPr>
          <p:cNvPr id="6" name="text-0.9504467929549142">
            <a:extLst xmlns:a="http://schemas.openxmlformats.org/drawingml/2006/main">
              <a:ext uri="{FF2B5EF4-FFF2-40B4-BE49-F238E27FC236}">
                <a16:creationId xmlns:a16="http://schemas.microsoft.com/office/drawing/2014/main" id="{5E7AA48E-073C-4CA4-888C-76162B3E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350109737286146">
            <a:extLst xmlns:a="http://schemas.openxmlformats.org/drawingml/2006/main">
              <a:ext uri="{FF2B5EF4-FFF2-40B4-BE49-F238E27FC236}">
                <a16:creationId xmlns:a16="http://schemas.microsoft.com/office/drawing/2014/main" id="{8DF2F4EF-39EF-4222-8F89-DB8A3605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REFERENSI UAT UI</a:t>
            </a:r>
          </a:p>
        </p:txBody>
      </p:sp>
      <p:sp>
        <p:nvSpPr>
          <p:cNvPr id="8" name="text-0.6987335793979869">
            <a:extLst xmlns:a="http://schemas.openxmlformats.org/drawingml/2006/main">
              <a:ext uri="{FF2B5EF4-FFF2-40B4-BE49-F238E27FC236}">
                <a16:creationId xmlns:a16="http://schemas.microsoft.com/office/drawing/2014/main" id="{42CF18CC-E071-46FC-A8D2-9CBE1B51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8253900073692177">
            <a:extLst xmlns:a="http://schemas.openxmlformats.org/drawingml/2006/main">
              <a:ext uri="{FF2B5EF4-FFF2-40B4-BE49-F238E27FC236}">
                <a16:creationId xmlns:a16="http://schemas.microsoft.com/office/drawing/2014/main" id="{4A3C82C6-B30E-47DE-B768-B01C6D8D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6155729276268385">
            <a:extLst xmlns:a="http://schemas.openxmlformats.org/drawingml/2006/main">
              <a:ext uri="{FF2B5EF4-FFF2-40B4-BE49-F238E27FC236}">
                <a16:creationId xmlns:a16="http://schemas.microsoft.com/office/drawing/2014/main" id="{A2C19DD6-5332-4407-9E3F-327CF56C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UAT Offline 09-09-2026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04-matriks-batas-offline.png</a:t>
            </a:r>
          </a:p>
        </p:txBody>
      </p:sp>
      <p:sp>
        <p:nvSpPr>
          <p:cNvPr id="11" name="text-0.5041789784064957">
            <a:extLst xmlns:a="http://schemas.openxmlformats.org/drawingml/2006/main">
              <a:ext uri="{FF2B5EF4-FFF2-40B4-BE49-F238E27FC236}">
                <a16:creationId xmlns:a16="http://schemas.microsoft.com/office/drawing/2014/main" id="{4F616749-BEA4-4EB9-A678-901CD599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11/60</a:t>
            </a:r>
          </a:p>
        </p:txBody>
      </p:sp>
    </p:spTree>
    <p:extLst>
      <p:ext uri="{BB962C8B-B14F-4D97-AF65-F5344CB8AC3E}">
        <p14:creationId xmlns:p14="http://schemas.microsoft.com/office/powerpoint/2010/main" val="13775252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9CB363-A4AD-45F4-812B-1A8DE052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9455050364446023">
            <a:extLst xmlns:a="http://schemas.openxmlformats.org/drawingml/2006/main">
              <a:ext uri="{FF2B5EF4-FFF2-40B4-BE49-F238E27FC236}">
                <a16:creationId xmlns:a16="http://schemas.microsoft.com/office/drawing/2014/main" id="{C4F7B468-ADAD-4215-93F9-3BB38F36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DKB-10 Update HPP dengan fitur all outlet atau check list toko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20212ea7854dc8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6260825682163221">
            <a:extLst xmlns:a="http://schemas.openxmlformats.org/drawingml/2006/main">
              <a:ext uri="{FF2B5EF4-FFF2-40B4-BE49-F238E27FC236}">
                <a16:creationId xmlns:a16="http://schemas.microsoft.com/office/drawing/2014/main" id="{60D678BB-2E86-4D8B-8049-D287686F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028161803958666742">
            <a:extLst xmlns:a="http://schemas.openxmlformats.org/drawingml/2006/main">
              <a:ext uri="{FF2B5EF4-FFF2-40B4-BE49-F238E27FC236}">
                <a16:creationId xmlns:a16="http://schemas.microsoft.com/office/drawing/2014/main" id="{71333671-4D0C-4E91-8B5F-ACC9C058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Master Data &gt; Grup Produk</a:t>
            </a:r>
          </a:p>
        </p:txBody>
      </p:sp>
      <p:sp>
        <p:nvSpPr>
          <p:cNvPr id="6" name="text-0.13989776588899172">
            <a:extLst xmlns:a="http://schemas.openxmlformats.org/drawingml/2006/main">
              <a:ext uri="{FF2B5EF4-FFF2-40B4-BE49-F238E27FC236}">
                <a16:creationId xmlns:a16="http://schemas.microsoft.com/office/drawing/2014/main" id="{E155E91E-CEE4-4BBF-8F8B-19C7D261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3060964842908266">
            <a:extLst xmlns:a="http://schemas.openxmlformats.org/drawingml/2006/main">
              <a:ext uri="{FF2B5EF4-FFF2-40B4-BE49-F238E27FC236}">
                <a16:creationId xmlns:a16="http://schemas.microsoft.com/office/drawing/2014/main" id="{870FB397-20D0-4132-830C-1E1AFAC0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LAYAR LIVE</a:t>
            </a:r>
          </a:p>
        </p:txBody>
      </p:sp>
      <p:sp>
        <p:nvSpPr>
          <p:cNvPr id="8" name="text-0.02041785824654485">
            <a:extLst xmlns:a="http://schemas.openxmlformats.org/drawingml/2006/main">
              <a:ext uri="{FF2B5EF4-FFF2-40B4-BE49-F238E27FC236}">
                <a16:creationId xmlns:a16="http://schemas.microsoft.com/office/drawing/2014/main" id="{3D413AB6-D431-4108-8FBC-383A6FA7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6089309232857835">
            <a:extLst xmlns:a="http://schemas.openxmlformats.org/drawingml/2006/main">
              <a:ext uri="{FF2B5EF4-FFF2-40B4-BE49-F238E27FC236}">
                <a16:creationId xmlns:a16="http://schemas.microsoft.com/office/drawing/2014/main" id="{AD899F91-C963-4183-8196-E555EE88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4015276395115548">
            <a:extLst xmlns:a="http://schemas.openxmlformats.org/drawingml/2006/main">
              <a:ext uri="{FF2B5EF4-FFF2-40B4-BE49-F238E27FC236}">
                <a16:creationId xmlns:a16="http://schemas.microsoft.com/office/drawing/2014/main" id="{7097B634-2574-40A3-B812-665B2E98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Live ABChicken 29-09-2026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39-master-harga.png</a:t>
            </a:r>
          </a:p>
        </p:txBody>
      </p:sp>
      <p:sp>
        <p:nvSpPr>
          <p:cNvPr id="11" name="text-0.8157234406014063">
            <a:extLst xmlns:a="http://schemas.openxmlformats.org/drawingml/2006/main">
              <a:ext uri="{FF2B5EF4-FFF2-40B4-BE49-F238E27FC236}">
                <a16:creationId xmlns:a16="http://schemas.microsoft.com/office/drawing/2014/main" id="{370D0E1F-3ED6-474E-8F5E-45128371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12/60</a:t>
            </a:r>
          </a:p>
        </p:txBody>
      </p:sp>
    </p:spTree>
    <p:extLst>
      <p:ext uri="{BB962C8B-B14F-4D97-AF65-F5344CB8AC3E}">
        <p14:creationId xmlns:p14="http://schemas.microsoft.com/office/powerpoint/2010/main" val="9374588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BE4C6F-0F50-4D5A-BFC2-DFF9A461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5525744427555935">
            <a:extLst xmlns:a="http://schemas.openxmlformats.org/drawingml/2006/main">
              <a:ext uri="{FF2B5EF4-FFF2-40B4-BE49-F238E27FC236}">
                <a16:creationId xmlns:a16="http://schemas.microsoft.com/office/drawing/2014/main" id="{7571E0FC-4175-4FC8-B56F-4D783028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DKB-11 Penghapusan resep dan menu sekaligus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951dd7b9824e82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19869786783326482">
            <a:extLst xmlns:a="http://schemas.openxmlformats.org/drawingml/2006/main">
              <a:ext uri="{FF2B5EF4-FFF2-40B4-BE49-F238E27FC236}">
                <a16:creationId xmlns:a16="http://schemas.microsoft.com/office/drawing/2014/main" id="{C4FC896C-407E-4B80-AEE7-3AEF0B90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1282544878728169">
            <a:extLst xmlns:a="http://schemas.openxmlformats.org/drawingml/2006/main">
              <a:ext uri="{FF2B5EF4-FFF2-40B4-BE49-F238E27FC236}">
                <a16:creationId xmlns:a16="http://schemas.microsoft.com/office/drawing/2014/main" id="{58A614D9-1B31-4FAC-A3C9-453F2611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Master Data &gt; Produk &gt; Resep</a:t>
            </a:r>
          </a:p>
        </p:txBody>
      </p:sp>
      <p:sp>
        <p:nvSpPr>
          <p:cNvPr id="6" name="text-0.08109712916908896">
            <a:extLst xmlns:a="http://schemas.openxmlformats.org/drawingml/2006/main">
              <a:ext uri="{FF2B5EF4-FFF2-40B4-BE49-F238E27FC236}">
                <a16:creationId xmlns:a16="http://schemas.microsoft.com/office/drawing/2014/main" id="{5954DCA6-4A8C-4BDD-A32C-B01B4072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5657820276693176">
            <a:extLst xmlns:a="http://schemas.openxmlformats.org/drawingml/2006/main">
              <a:ext uri="{FF2B5EF4-FFF2-40B4-BE49-F238E27FC236}">
                <a16:creationId xmlns:a16="http://schemas.microsoft.com/office/drawing/2014/main" id="{297119C4-67B8-420B-AEDE-BB1E653F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LAYAR LIVE</a:t>
            </a:r>
          </a:p>
        </p:txBody>
      </p:sp>
      <p:sp>
        <p:nvSpPr>
          <p:cNvPr id="8" name="text-0.7331731615788689">
            <a:extLst xmlns:a="http://schemas.openxmlformats.org/drawingml/2006/main">
              <a:ext uri="{FF2B5EF4-FFF2-40B4-BE49-F238E27FC236}">
                <a16:creationId xmlns:a16="http://schemas.microsoft.com/office/drawing/2014/main" id="{C7A36EB8-83A7-4F5E-BF18-3AF6E41F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43258467589453264">
            <a:extLst xmlns:a="http://schemas.openxmlformats.org/drawingml/2006/main">
              <a:ext uri="{FF2B5EF4-FFF2-40B4-BE49-F238E27FC236}">
                <a16:creationId xmlns:a16="http://schemas.microsoft.com/office/drawing/2014/main" id="{B3877EB6-A417-4EB8-A3FB-C21DC845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6916604508226145">
            <a:extLst xmlns:a="http://schemas.openxmlformats.org/drawingml/2006/main">
              <a:ext uri="{FF2B5EF4-FFF2-40B4-BE49-F238E27FC236}">
                <a16:creationId xmlns:a16="http://schemas.microsoft.com/office/drawing/2014/main" id="{66C5E5C8-8078-4231-AEEF-C3E3C3D1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Live ABChicken 29-09-2026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38-produk-aksi-massal.png</a:t>
            </a:r>
          </a:p>
        </p:txBody>
      </p:sp>
      <p:sp>
        <p:nvSpPr>
          <p:cNvPr id="11" name="text-0.9050809406298568">
            <a:extLst xmlns:a="http://schemas.openxmlformats.org/drawingml/2006/main">
              <a:ext uri="{FF2B5EF4-FFF2-40B4-BE49-F238E27FC236}">
                <a16:creationId xmlns:a16="http://schemas.microsoft.com/office/drawing/2014/main" id="{063A5BE9-B164-48D4-B1DF-B6D999C3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13/60</a:t>
            </a:r>
          </a:p>
        </p:txBody>
      </p:sp>
    </p:spTree>
    <p:extLst>
      <p:ext uri="{BB962C8B-B14F-4D97-AF65-F5344CB8AC3E}">
        <p14:creationId xmlns:p14="http://schemas.microsoft.com/office/powerpoint/2010/main" val="4841962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C22069-7FF7-4C3E-AC3E-4458FB39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6641339525231932">
            <a:extLst xmlns:a="http://schemas.openxmlformats.org/drawingml/2006/main">
              <a:ext uri="{FF2B5EF4-FFF2-40B4-BE49-F238E27FC236}">
                <a16:creationId xmlns:a16="http://schemas.microsoft.com/office/drawing/2014/main" id="{20678726-5145-4C38-9A44-A05A7CE8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DKB-12 Penghapusan ingredient dengan fitur check list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56b4f6928f4d7b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11101574868514341">
            <a:extLst xmlns:a="http://schemas.openxmlformats.org/drawingml/2006/main">
              <a:ext uri="{FF2B5EF4-FFF2-40B4-BE49-F238E27FC236}">
                <a16:creationId xmlns:a16="http://schemas.microsoft.com/office/drawing/2014/main" id="{93F1E81D-A1C9-40AA-8919-2413CE89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5985059958634522">
            <a:extLst xmlns:a="http://schemas.openxmlformats.org/drawingml/2006/main">
              <a:ext uri="{FF2B5EF4-FFF2-40B4-BE49-F238E27FC236}">
                <a16:creationId xmlns:a16="http://schemas.microsoft.com/office/drawing/2014/main" id="{E5E6BA99-4ECC-4FE5-A145-603FAA5D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Master Data &gt; Produk &gt; Resep</a:t>
            </a:r>
          </a:p>
        </p:txBody>
      </p:sp>
      <p:sp>
        <p:nvSpPr>
          <p:cNvPr id="6" name="text-0.4194899714780449">
            <a:extLst xmlns:a="http://schemas.openxmlformats.org/drawingml/2006/main">
              <a:ext uri="{FF2B5EF4-FFF2-40B4-BE49-F238E27FC236}">
                <a16:creationId xmlns:a16="http://schemas.microsoft.com/office/drawing/2014/main" id="{BFFFFCB9-D431-4EA7-AB58-41C49989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6353209395603874">
            <a:extLst xmlns:a="http://schemas.openxmlformats.org/drawingml/2006/main">
              <a:ext uri="{FF2B5EF4-FFF2-40B4-BE49-F238E27FC236}">
                <a16:creationId xmlns:a16="http://schemas.microsoft.com/office/drawing/2014/main" id="{3EC222DA-101B-43BE-8801-96C83074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LAYAR LIVE</a:t>
            </a:r>
          </a:p>
        </p:txBody>
      </p:sp>
      <p:sp>
        <p:nvSpPr>
          <p:cNvPr id="8" name="text-0.5669217523654383">
            <a:extLst xmlns:a="http://schemas.openxmlformats.org/drawingml/2006/main">
              <a:ext uri="{FF2B5EF4-FFF2-40B4-BE49-F238E27FC236}">
                <a16:creationId xmlns:a16="http://schemas.microsoft.com/office/drawing/2014/main" id="{CB5F24A4-E97A-4BBA-BFD3-1AF46A0F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11905028577826948">
            <a:extLst xmlns:a="http://schemas.openxmlformats.org/drawingml/2006/main">
              <a:ext uri="{FF2B5EF4-FFF2-40B4-BE49-F238E27FC236}">
                <a16:creationId xmlns:a16="http://schemas.microsoft.com/office/drawing/2014/main" id="{4C89A3F8-A0F7-4800-AEE6-352A7C0C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20299252712864457">
            <a:extLst xmlns:a="http://schemas.openxmlformats.org/drawingml/2006/main">
              <a:ext uri="{FF2B5EF4-FFF2-40B4-BE49-F238E27FC236}">
                <a16:creationId xmlns:a16="http://schemas.microsoft.com/office/drawing/2014/main" id="{ED8AFD1A-133D-4064-A1D4-2CE3F60F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Live ABChicken 29-09-2026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38-produk-hapus-resep-ingredient.png</a:t>
            </a:r>
          </a:p>
        </p:txBody>
      </p:sp>
      <p:sp>
        <p:nvSpPr>
          <p:cNvPr id="11" name="text-0.10161450112033432">
            <a:extLst xmlns:a="http://schemas.openxmlformats.org/drawingml/2006/main">
              <a:ext uri="{FF2B5EF4-FFF2-40B4-BE49-F238E27FC236}">
                <a16:creationId xmlns:a16="http://schemas.microsoft.com/office/drawing/2014/main" id="{8E6A3988-ECBD-48D9-B66A-45971A48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14/60</a:t>
            </a:r>
          </a:p>
        </p:txBody>
      </p:sp>
    </p:spTree>
    <p:extLst>
      <p:ext uri="{BB962C8B-B14F-4D97-AF65-F5344CB8AC3E}">
        <p14:creationId xmlns:p14="http://schemas.microsoft.com/office/powerpoint/2010/main" val="3908447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0E83D0-44FB-43B7-B562-9D15FEBF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3162626724439841">
            <a:extLst xmlns:a="http://schemas.openxmlformats.org/drawingml/2006/main">
              <a:ext uri="{FF2B5EF4-FFF2-40B4-BE49-F238E27FC236}">
                <a16:creationId xmlns:a16="http://schemas.microsoft.com/office/drawing/2014/main" id="{5996DB58-3B8A-469D-B6ED-9E48CE30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DKB-13 Custom menu dengan fitur check list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eb705526cb4641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6708104779002565">
            <a:extLst xmlns:a="http://schemas.openxmlformats.org/drawingml/2006/main">
              <a:ext uri="{FF2B5EF4-FFF2-40B4-BE49-F238E27FC236}">
                <a16:creationId xmlns:a16="http://schemas.microsoft.com/office/drawing/2014/main" id="{40AFA17A-B309-4988-857E-DD50868B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03871702526075915">
            <a:extLst xmlns:a="http://schemas.openxmlformats.org/drawingml/2006/main">
              <a:ext uri="{FF2B5EF4-FFF2-40B4-BE49-F238E27FC236}">
                <a16:creationId xmlns:a16="http://schemas.microsoft.com/office/drawing/2014/main" id="{839CDD65-30C2-4E85-A80C-F7FECBC1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Master Data &gt; Produk &gt; Custom Menu</a:t>
            </a:r>
          </a:p>
        </p:txBody>
      </p:sp>
      <p:sp>
        <p:nvSpPr>
          <p:cNvPr id="6" name="text-0.6752485104627837">
            <a:extLst xmlns:a="http://schemas.openxmlformats.org/drawingml/2006/main">
              <a:ext uri="{FF2B5EF4-FFF2-40B4-BE49-F238E27FC236}">
                <a16:creationId xmlns:a16="http://schemas.microsoft.com/office/drawing/2014/main" id="{6FB6C433-E2A8-4DF2-A68F-3656D391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5198174864760647">
            <a:extLst xmlns:a="http://schemas.openxmlformats.org/drawingml/2006/main">
              <a:ext uri="{FF2B5EF4-FFF2-40B4-BE49-F238E27FC236}">
                <a16:creationId xmlns:a16="http://schemas.microsoft.com/office/drawing/2014/main" id="{87294EC5-4F27-4C51-A5C2-90A8177A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LAYAR LIVE</a:t>
            </a:r>
          </a:p>
        </p:txBody>
      </p:sp>
      <p:sp>
        <p:nvSpPr>
          <p:cNvPr id="8" name="text-0.9684107145985986">
            <a:extLst xmlns:a="http://schemas.openxmlformats.org/drawingml/2006/main">
              <a:ext uri="{FF2B5EF4-FFF2-40B4-BE49-F238E27FC236}">
                <a16:creationId xmlns:a16="http://schemas.microsoft.com/office/drawing/2014/main" id="{2A26EAA7-0B36-4450-B4E7-0FAED3F5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5496207467672978">
            <a:extLst xmlns:a="http://schemas.openxmlformats.org/drawingml/2006/main">
              <a:ext uri="{FF2B5EF4-FFF2-40B4-BE49-F238E27FC236}">
                <a16:creationId xmlns:a16="http://schemas.microsoft.com/office/drawing/2014/main" id="{BE30E3CE-FF98-45F5-B6B5-A8D9C0B9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4320988756444982">
            <a:extLst xmlns:a="http://schemas.openxmlformats.org/drawingml/2006/main">
              <a:ext uri="{FF2B5EF4-FFF2-40B4-BE49-F238E27FC236}">
                <a16:creationId xmlns:a16="http://schemas.microsoft.com/office/drawing/2014/main" id="{89BFBD3F-43CB-46FD-8772-4C42DA4F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Live ABChicken 29-09-2026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38-produk-hapus-custom-menu.png</a:t>
            </a:r>
          </a:p>
        </p:txBody>
      </p:sp>
      <p:sp>
        <p:nvSpPr>
          <p:cNvPr id="11" name="text-0.32516060980486494">
            <a:extLst xmlns:a="http://schemas.openxmlformats.org/drawingml/2006/main">
              <a:ext uri="{FF2B5EF4-FFF2-40B4-BE49-F238E27FC236}">
                <a16:creationId xmlns:a16="http://schemas.microsoft.com/office/drawing/2014/main" id="{0379BBBE-792C-4ADC-8900-EB3673C5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15/60</a:t>
            </a:r>
          </a:p>
        </p:txBody>
      </p:sp>
    </p:spTree>
    <p:extLst>
      <p:ext uri="{BB962C8B-B14F-4D97-AF65-F5344CB8AC3E}">
        <p14:creationId xmlns:p14="http://schemas.microsoft.com/office/powerpoint/2010/main" val="18747980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DE510A-C8EA-4359-B16F-70B671DE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9254149360036606">
            <a:extLst xmlns:a="http://schemas.openxmlformats.org/drawingml/2006/main">
              <a:ext uri="{FF2B5EF4-FFF2-40B4-BE49-F238E27FC236}">
                <a16:creationId xmlns:a16="http://schemas.microsoft.com/office/drawing/2014/main" id="{9933452F-FE18-4D47-BEC6-2FB786B5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256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DKB-14 Fitur untuk melihat produk yang paling banyak dan paling sedikit terjual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07af39e48b4bb5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8480339835148999">
            <a:extLst xmlns:a="http://schemas.openxmlformats.org/drawingml/2006/main">
              <a:ext uri="{FF2B5EF4-FFF2-40B4-BE49-F238E27FC236}">
                <a16:creationId xmlns:a16="http://schemas.microsoft.com/office/drawing/2014/main" id="{8517DFE1-D86A-40D2-8AC2-8FE72E1F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786303399458178">
            <a:extLst xmlns:a="http://schemas.openxmlformats.org/drawingml/2006/main">
              <a:ext uri="{FF2B5EF4-FFF2-40B4-BE49-F238E27FC236}">
                <a16:creationId xmlns:a16="http://schemas.microsoft.com/office/drawing/2014/main" id="{9CE3AA89-4232-4056-9568-DBF9D651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Dashboard &gt; Produk</a:t>
            </a:r>
          </a:p>
        </p:txBody>
      </p:sp>
      <p:sp>
        <p:nvSpPr>
          <p:cNvPr id="6" name="text-0.6723031682484744">
            <a:extLst xmlns:a="http://schemas.openxmlformats.org/drawingml/2006/main">
              <a:ext uri="{FF2B5EF4-FFF2-40B4-BE49-F238E27FC236}">
                <a16:creationId xmlns:a16="http://schemas.microsoft.com/office/drawing/2014/main" id="{B5D94566-689F-4034-9617-6E992083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2915221676050973">
            <a:extLst xmlns:a="http://schemas.openxmlformats.org/drawingml/2006/main">
              <a:ext uri="{FF2B5EF4-FFF2-40B4-BE49-F238E27FC236}">
                <a16:creationId xmlns:a16="http://schemas.microsoft.com/office/drawing/2014/main" id="{F6FEACEB-FA3D-4CC4-9698-7D2CD6CB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LAYAR LIVE</a:t>
            </a:r>
          </a:p>
        </p:txBody>
      </p:sp>
      <p:sp>
        <p:nvSpPr>
          <p:cNvPr id="8" name="text-0.3263356337410315">
            <a:extLst xmlns:a="http://schemas.openxmlformats.org/drawingml/2006/main">
              <a:ext uri="{FF2B5EF4-FFF2-40B4-BE49-F238E27FC236}">
                <a16:creationId xmlns:a16="http://schemas.microsoft.com/office/drawing/2014/main" id="{0A2B3C96-02F6-4976-B154-ECD5DE75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3062158037495031">
            <a:extLst xmlns:a="http://schemas.openxmlformats.org/drawingml/2006/main">
              <a:ext uri="{FF2B5EF4-FFF2-40B4-BE49-F238E27FC236}">
                <a16:creationId xmlns:a16="http://schemas.microsoft.com/office/drawing/2014/main" id="{C9599C53-25BB-4CA4-AA15-C000951C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05624819711525941">
            <a:extLst xmlns:a="http://schemas.openxmlformats.org/drawingml/2006/main">
              <a:ext uri="{FF2B5EF4-FFF2-40B4-BE49-F238E27FC236}">
                <a16:creationId xmlns:a16="http://schemas.microsoft.com/office/drawing/2014/main" id="{9567E198-A6D6-44A3-A8E8-161EFD0F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Live ABChicken 29-09-2026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40-analisis-penjualan.png</a:t>
            </a:r>
          </a:p>
        </p:txBody>
      </p:sp>
      <p:sp>
        <p:nvSpPr>
          <p:cNvPr id="11" name="text-0.9356853587293289">
            <a:extLst xmlns:a="http://schemas.openxmlformats.org/drawingml/2006/main">
              <a:ext uri="{FF2B5EF4-FFF2-40B4-BE49-F238E27FC236}">
                <a16:creationId xmlns:a16="http://schemas.microsoft.com/office/drawing/2014/main" id="{7E69F8D8-053E-4C0E-B4D1-CD45D177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16/60</a:t>
            </a:r>
          </a:p>
        </p:txBody>
      </p:sp>
    </p:spTree>
    <p:extLst>
      <p:ext uri="{BB962C8B-B14F-4D97-AF65-F5344CB8AC3E}">
        <p14:creationId xmlns:p14="http://schemas.microsoft.com/office/powerpoint/2010/main" val="132084291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189DC8-1E2E-4FAB-92D3-B8ED6106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9850320788645888">
            <a:extLst xmlns:a="http://schemas.openxmlformats.org/drawingml/2006/main">
              <a:ext uri="{FF2B5EF4-FFF2-40B4-BE49-F238E27FC236}">
                <a16:creationId xmlns:a16="http://schemas.microsoft.com/office/drawing/2014/main" id="{BA4C8512-D240-4A3C-A758-81B503B8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DKB-15 Laporan penjualan produk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c7ab5d5b984aac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25548116348330807">
            <a:extLst xmlns:a="http://schemas.openxmlformats.org/drawingml/2006/main">
              <a:ext uri="{FF2B5EF4-FFF2-40B4-BE49-F238E27FC236}">
                <a16:creationId xmlns:a16="http://schemas.microsoft.com/office/drawing/2014/main" id="{B72F08F9-19B1-42BF-939F-6269FA16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27164220473457656">
            <a:extLst xmlns:a="http://schemas.openxmlformats.org/drawingml/2006/main">
              <a:ext uri="{FF2B5EF4-FFF2-40B4-BE49-F238E27FC236}">
                <a16:creationId xmlns:a16="http://schemas.microsoft.com/office/drawing/2014/main" id="{5F3B9637-7089-4BB0-8B0E-E6690F8F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Transaksi &amp; Laporan &gt; Penjualan Produk</a:t>
            </a:r>
          </a:p>
        </p:txBody>
      </p:sp>
      <p:sp>
        <p:nvSpPr>
          <p:cNvPr id="6" name="text-0.7585377426637812">
            <a:extLst xmlns:a="http://schemas.openxmlformats.org/drawingml/2006/main">
              <a:ext uri="{FF2B5EF4-FFF2-40B4-BE49-F238E27FC236}">
                <a16:creationId xmlns:a16="http://schemas.microsoft.com/office/drawing/2014/main" id="{C9998D2C-794B-41EA-B6A3-9E31478F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6764421661187312">
            <a:extLst xmlns:a="http://schemas.openxmlformats.org/drawingml/2006/main">
              <a:ext uri="{FF2B5EF4-FFF2-40B4-BE49-F238E27FC236}">
                <a16:creationId xmlns:a16="http://schemas.microsoft.com/office/drawing/2014/main" id="{EFF2E772-6E8E-48D8-A6D2-862E8C93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REFERENSI UAT UI</a:t>
            </a:r>
          </a:p>
        </p:txBody>
      </p:sp>
      <p:sp>
        <p:nvSpPr>
          <p:cNvPr id="8" name="text-0.8531142125745041">
            <a:extLst xmlns:a="http://schemas.openxmlformats.org/drawingml/2006/main">
              <a:ext uri="{FF2B5EF4-FFF2-40B4-BE49-F238E27FC236}">
                <a16:creationId xmlns:a16="http://schemas.microsoft.com/office/drawing/2014/main" id="{E7F25B93-F7E1-4E15-85F6-EB67EC6C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6076596885710576">
            <a:extLst xmlns:a="http://schemas.openxmlformats.org/drawingml/2006/main">
              <a:ext uri="{FF2B5EF4-FFF2-40B4-BE49-F238E27FC236}">
                <a16:creationId xmlns:a16="http://schemas.microsoft.com/office/drawing/2014/main" id="{033A4F35-D894-4935-9524-685B28EF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056567229129008356">
            <a:extLst xmlns:a="http://schemas.openxmlformats.org/drawingml/2006/main">
              <a:ext uri="{FF2B5EF4-FFF2-40B4-BE49-F238E27FC236}">
                <a16:creationId xmlns:a16="http://schemas.microsoft.com/office/drawing/2014/main" id="{F41CE8E2-CE92-46E9-943B-5F9EAC68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UAT UI 10-09-2026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15-penjualan-per-barang-atas.png</a:t>
            </a:r>
          </a:p>
        </p:txBody>
      </p:sp>
      <p:sp>
        <p:nvSpPr>
          <p:cNvPr id="11" name="text-0.43181788711707925">
            <a:extLst xmlns:a="http://schemas.openxmlformats.org/drawingml/2006/main">
              <a:ext uri="{FF2B5EF4-FFF2-40B4-BE49-F238E27FC236}">
                <a16:creationId xmlns:a16="http://schemas.microsoft.com/office/drawing/2014/main" id="{227433F7-A09B-4374-BE31-C5451919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17/60</a:t>
            </a:r>
          </a:p>
        </p:txBody>
      </p:sp>
    </p:spTree>
    <p:extLst>
      <p:ext uri="{BB962C8B-B14F-4D97-AF65-F5344CB8AC3E}">
        <p14:creationId xmlns:p14="http://schemas.microsoft.com/office/powerpoint/2010/main" val="196083328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1DB2D4-8600-4A28-8BF3-A7F55657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45126715048750654">
            <a:extLst xmlns:a="http://schemas.openxmlformats.org/drawingml/2006/main">
              <a:ext uri="{FF2B5EF4-FFF2-40B4-BE49-F238E27FC236}">
                <a16:creationId xmlns:a16="http://schemas.microsoft.com/office/drawing/2014/main" id="{9DCFF8D5-197D-4C01-BD05-7A20BE51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DKB-16 Laporan penjualan sales type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5b5313a21947fa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29374088309876956">
            <a:extLst xmlns:a="http://schemas.openxmlformats.org/drawingml/2006/main">
              <a:ext uri="{FF2B5EF4-FFF2-40B4-BE49-F238E27FC236}">
                <a16:creationId xmlns:a16="http://schemas.microsoft.com/office/drawing/2014/main" id="{A9BEEF94-B487-48F4-BC6A-AAC4BB96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2942678275896561">
            <a:extLst xmlns:a="http://schemas.openxmlformats.org/drawingml/2006/main">
              <a:ext uri="{FF2B5EF4-FFF2-40B4-BE49-F238E27FC236}">
                <a16:creationId xmlns:a16="http://schemas.microsoft.com/office/drawing/2014/main" id="{79CD54B0-3816-43C1-BA23-2FF24CD7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Transaksi &amp; Laporan &gt; Penjualan &gt; Sales Type</a:t>
            </a:r>
          </a:p>
        </p:txBody>
      </p:sp>
      <p:sp>
        <p:nvSpPr>
          <p:cNvPr id="6" name="text-0.34773425449864903">
            <a:extLst xmlns:a="http://schemas.openxmlformats.org/drawingml/2006/main">
              <a:ext uri="{FF2B5EF4-FFF2-40B4-BE49-F238E27FC236}">
                <a16:creationId xmlns:a16="http://schemas.microsoft.com/office/drawing/2014/main" id="{64BC4DA7-BB5C-47BE-935F-A79DC1DE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3139753649894027">
            <a:extLst xmlns:a="http://schemas.openxmlformats.org/drawingml/2006/main">
              <a:ext uri="{FF2B5EF4-FFF2-40B4-BE49-F238E27FC236}">
                <a16:creationId xmlns:a16="http://schemas.microsoft.com/office/drawing/2014/main" id="{57B00801-EDA1-476B-AAA3-9FF8BD60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LAYAR LIVE</a:t>
            </a:r>
          </a:p>
        </p:txBody>
      </p:sp>
      <p:sp>
        <p:nvSpPr>
          <p:cNvPr id="8" name="text-0.5888477116151426">
            <a:extLst xmlns:a="http://schemas.openxmlformats.org/drawingml/2006/main">
              <a:ext uri="{FF2B5EF4-FFF2-40B4-BE49-F238E27FC236}">
                <a16:creationId xmlns:a16="http://schemas.microsoft.com/office/drawing/2014/main" id="{C48A8EFA-531A-4928-BA55-94176C9A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14180515826454043">
            <a:extLst xmlns:a="http://schemas.openxmlformats.org/drawingml/2006/main">
              <a:ext uri="{FF2B5EF4-FFF2-40B4-BE49-F238E27FC236}">
                <a16:creationId xmlns:a16="http://schemas.microsoft.com/office/drawing/2014/main" id="{C46EBAE2-3365-489F-9F77-2501905C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051976412414468265">
            <a:extLst xmlns:a="http://schemas.openxmlformats.org/drawingml/2006/main">
              <a:ext uri="{FF2B5EF4-FFF2-40B4-BE49-F238E27FC236}">
                <a16:creationId xmlns:a16="http://schemas.microsoft.com/office/drawing/2014/main" id="{52F7ECC3-7F50-4FF0-9FDC-6CB3B18A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Live ABChicken 29-09-2026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40-analisis-penjualan.png</a:t>
            </a:r>
          </a:p>
        </p:txBody>
      </p:sp>
      <p:sp>
        <p:nvSpPr>
          <p:cNvPr id="11" name="text-0.9485558103035426">
            <a:extLst xmlns:a="http://schemas.openxmlformats.org/drawingml/2006/main">
              <a:ext uri="{FF2B5EF4-FFF2-40B4-BE49-F238E27FC236}">
                <a16:creationId xmlns:a16="http://schemas.microsoft.com/office/drawing/2014/main" id="{D0C21913-6733-42A7-A607-C87C393D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18/60</a:t>
            </a:r>
          </a:p>
        </p:txBody>
      </p:sp>
    </p:spTree>
    <p:extLst>
      <p:ext uri="{BB962C8B-B14F-4D97-AF65-F5344CB8AC3E}">
        <p14:creationId xmlns:p14="http://schemas.microsoft.com/office/powerpoint/2010/main" val="33137184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45F0D1-08CE-4AC3-AFA1-E09338D7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594976459543903">
            <a:extLst xmlns:a="http://schemas.openxmlformats.org/drawingml/2006/main">
              <a:ext uri="{FF2B5EF4-FFF2-40B4-BE49-F238E27FC236}">
                <a16:creationId xmlns:a16="http://schemas.microsoft.com/office/drawing/2014/main" id="{08947DFE-5993-460F-8B83-41C1ACE5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DKB-17 Semua menu dibedakan harga category termasuk online food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7e0213fe304b41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36444007154121927">
            <a:extLst xmlns:a="http://schemas.openxmlformats.org/drawingml/2006/main">
              <a:ext uri="{FF2B5EF4-FFF2-40B4-BE49-F238E27FC236}">
                <a16:creationId xmlns:a16="http://schemas.microsoft.com/office/drawing/2014/main" id="{03A9EB39-2E02-4EE8-9349-309F7EEC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009398791698958187">
            <a:extLst xmlns:a="http://schemas.openxmlformats.org/drawingml/2006/main">
              <a:ext uri="{FF2B5EF4-FFF2-40B4-BE49-F238E27FC236}">
                <a16:creationId xmlns:a16="http://schemas.microsoft.com/office/drawing/2014/main" id="{CCEF2297-57A2-4FCA-B803-7EDB67BC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Master Data &gt; Produk &gt; Harga per Kanal</a:t>
            </a:r>
          </a:p>
        </p:txBody>
      </p:sp>
      <p:sp>
        <p:nvSpPr>
          <p:cNvPr id="6" name="text-0.9536808333510187">
            <a:extLst xmlns:a="http://schemas.openxmlformats.org/drawingml/2006/main">
              <a:ext uri="{FF2B5EF4-FFF2-40B4-BE49-F238E27FC236}">
                <a16:creationId xmlns:a16="http://schemas.microsoft.com/office/drawing/2014/main" id="{0623F7DF-C301-4384-875C-533A4EE4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15598867166633845">
            <a:extLst xmlns:a="http://schemas.openxmlformats.org/drawingml/2006/main">
              <a:ext uri="{FF2B5EF4-FFF2-40B4-BE49-F238E27FC236}">
                <a16:creationId xmlns:a16="http://schemas.microsoft.com/office/drawing/2014/main" id="{FCD52C04-F778-4368-BB1B-A48CE511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LAYAR LIVE</a:t>
            </a:r>
          </a:p>
        </p:txBody>
      </p:sp>
      <p:sp>
        <p:nvSpPr>
          <p:cNvPr id="8" name="text-0.9230993090221161">
            <a:extLst xmlns:a="http://schemas.openxmlformats.org/drawingml/2006/main">
              <a:ext uri="{FF2B5EF4-FFF2-40B4-BE49-F238E27FC236}">
                <a16:creationId xmlns:a16="http://schemas.microsoft.com/office/drawing/2014/main" id="{730B2030-CE93-4B68-8F8F-6157E4CC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5921109151860442">
            <a:extLst xmlns:a="http://schemas.openxmlformats.org/drawingml/2006/main">
              <a:ext uri="{FF2B5EF4-FFF2-40B4-BE49-F238E27FC236}">
                <a16:creationId xmlns:a16="http://schemas.microsoft.com/office/drawing/2014/main" id="{742F5DD8-0C9D-4F6A-A2BD-51601753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35421671039039815">
            <a:extLst xmlns:a="http://schemas.openxmlformats.org/drawingml/2006/main">
              <a:ext uri="{FF2B5EF4-FFF2-40B4-BE49-F238E27FC236}">
                <a16:creationId xmlns:a16="http://schemas.microsoft.com/office/drawing/2014/main" id="{0B0D5F81-EFF3-44E3-AE4E-70BE5A93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Live ABChicken 29-09-2026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39-harga-per-kanal.png</a:t>
            </a:r>
          </a:p>
        </p:txBody>
      </p:sp>
      <p:sp>
        <p:nvSpPr>
          <p:cNvPr id="11" name="text-0.14769123911918047">
            <a:extLst xmlns:a="http://schemas.openxmlformats.org/drawingml/2006/main">
              <a:ext uri="{FF2B5EF4-FFF2-40B4-BE49-F238E27FC236}">
                <a16:creationId xmlns:a16="http://schemas.microsoft.com/office/drawing/2014/main" id="{299B0362-7579-448C-831A-5CCBF83C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19/60</a:t>
            </a:r>
          </a:p>
        </p:txBody>
      </p:sp>
    </p:spTree>
    <p:extLst>
      <p:ext uri="{BB962C8B-B14F-4D97-AF65-F5344CB8AC3E}">
        <p14:creationId xmlns:p14="http://schemas.microsoft.com/office/powerpoint/2010/main" val="29636297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D1C09F-A7DB-4029-BD7A-F44A2B2F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09804740481584817">
            <a:extLst xmlns:a="http://schemas.openxmlformats.org/drawingml/2006/main">
              <a:ext uri="{FF2B5EF4-FFF2-40B4-BE49-F238E27FC236}">
                <a16:creationId xmlns:a16="http://schemas.microsoft.com/office/drawing/2014/main" id="{A7CAE355-643B-4769-8D32-624A450C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DKB-18 Ringkasan Penjualan (Gross Sales, Discount, Refunds, Net Sales)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3c30852299414d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48850529190443037">
            <a:extLst xmlns:a="http://schemas.openxmlformats.org/drawingml/2006/main">
              <a:ext uri="{FF2B5EF4-FFF2-40B4-BE49-F238E27FC236}">
                <a16:creationId xmlns:a16="http://schemas.microsoft.com/office/drawing/2014/main" id="{518C7A79-1DA7-4FF1-A04B-3061839E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7885840749215446">
            <a:extLst xmlns:a="http://schemas.openxmlformats.org/drawingml/2006/main">
              <a:ext uri="{FF2B5EF4-FFF2-40B4-BE49-F238E27FC236}">
                <a16:creationId xmlns:a16="http://schemas.microsoft.com/office/drawing/2014/main" id="{FB87AD6C-2874-4CDA-89FF-79D02265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Transaksi &amp; Laporan &gt; Ringkasan Penjualan</a:t>
            </a:r>
          </a:p>
        </p:txBody>
      </p:sp>
      <p:sp>
        <p:nvSpPr>
          <p:cNvPr id="6" name="text-0.27180730620506344">
            <a:extLst xmlns:a="http://schemas.openxmlformats.org/drawingml/2006/main">
              <a:ext uri="{FF2B5EF4-FFF2-40B4-BE49-F238E27FC236}">
                <a16:creationId xmlns:a16="http://schemas.microsoft.com/office/drawing/2014/main" id="{2CD485D1-B183-4121-A42A-38DD0A6C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9336190686815536">
            <a:extLst xmlns:a="http://schemas.openxmlformats.org/drawingml/2006/main">
              <a:ext uri="{FF2B5EF4-FFF2-40B4-BE49-F238E27FC236}">
                <a16:creationId xmlns:a16="http://schemas.microsoft.com/office/drawing/2014/main" id="{197A8187-47F2-4C87-B135-9CE90F2C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REFERENSI UAT UI</a:t>
            </a:r>
          </a:p>
        </p:txBody>
      </p:sp>
      <p:sp>
        <p:nvSpPr>
          <p:cNvPr id="8" name="text-0.5346898000966154">
            <a:extLst xmlns:a="http://schemas.openxmlformats.org/drawingml/2006/main">
              <a:ext uri="{FF2B5EF4-FFF2-40B4-BE49-F238E27FC236}">
                <a16:creationId xmlns:a16="http://schemas.microsoft.com/office/drawing/2014/main" id="{E17F2878-B694-4B71-9FD9-76EE59CE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004662800029802905">
            <a:extLst xmlns:a="http://schemas.openxmlformats.org/drawingml/2006/main">
              <a:ext uri="{FF2B5EF4-FFF2-40B4-BE49-F238E27FC236}">
                <a16:creationId xmlns:a16="http://schemas.microsoft.com/office/drawing/2014/main" id="{C2339F09-3D77-4507-8E06-1262A748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09628004648664934">
            <a:extLst xmlns:a="http://schemas.openxmlformats.org/drawingml/2006/main">
              <a:ext uri="{FF2B5EF4-FFF2-40B4-BE49-F238E27FC236}">
                <a16:creationId xmlns:a16="http://schemas.microsoft.com/office/drawing/2014/main" id="{3C59FCE4-E921-4058-8E3B-CD3AFD3B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UAT UI 10-09-2026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17-omzet-transaksi-atas.png</a:t>
            </a:r>
          </a:p>
        </p:txBody>
      </p:sp>
      <p:sp>
        <p:nvSpPr>
          <p:cNvPr id="11" name="text-0.4860567329349259">
            <a:extLst xmlns:a="http://schemas.openxmlformats.org/drawingml/2006/main">
              <a:ext uri="{FF2B5EF4-FFF2-40B4-BE49-F238E27FC236}">
                <a16:creationId xmlns:a16="http://schemas.microsoft.com/office/drawing/2014/main" id="{D58389E4-ADAA-4A19-B00D-FB3F2D1D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20/60</a:t>
            </a:r>
          </a:p>
        </p:txBody>
      </p:sp>
    </p:spTree>
    <p:extLst>
      <p:ext uri="{BB962C8B-B14F-4D97-AF65-F5344CB8AC3E}">
        <p14:creationId xmlns:p14="http://schemas.microsoft.com/office/powerpoint/2010/main" val="1902220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51332F-D788-4559-93D0-B5C1C78D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26361892703745904">
            <a:extLst xmlns:a="http://schemas.openxmlformats.org/drawingml/2006/main">
              <a:ext uri="{FF2B5EF4-FFF2-40B4-BE49-F238E27FC236}">
                <a16:creationId xmlns:a16="http://schemas.microsoft.com/office/drawing/2014/main" id="{FC0927D9-4F00-41D8-9768-1A8F682A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DKB-19 Gross Profit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baa4e9cc144a56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9512145933425108">
            <a:extLst xmlns:a="http://schemas.openxmlformats.org/drawingml/2006/main">
              <a:ext uri="{FF2B5EF4-FFF2-40B4-BE49-F238E27FC236}">
                <a16:creationId xmlns:a16="http://schemas.microsoft.com/office/drawing/2014/main" id="{81A3A23A-F98D-4F13-A2A3-34B2ACB1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7467684819460718">
            <a:extLst xmlns:a="http://schemas.openxmlformats.org/drawingml/2006/main">
              <a:ext uri="{FF2B5EF4-FFF2-40B4-BE49-F238E27FC236}">
                <a16:creationId xmlns:a16="http://schemas.microsoft.com/office/drawing/2014/main" id="{E3CC8815-3766-4519-879C-30449CA9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Transaksi &amp; Laporan &gt; Laba Kotor</a:t>
            </a:r>
          </a:p>
        </p:txBody>
      </p:sp>
      <p:sp>
        <p:nvSpPr>
          <p:cNvPr id="6" name="text-0.05026510378410143">
            <a:extLst xmlns:a="http://schemas.openxmlformats.org/drawingml/2006/main">
              <a:ext uri="{FF2B5EF4-FFF2-40B4-BE49-F238E27FC236}">
                <a16:creationId xmlns:a16="http://schemas.microsoft.com/office/drawing/2014/main" id="{AC6D2E43-A022-4078-857B-EE1533E0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9103510803516444">
            <a:extLst xmlns:a="http://schemas.openxmlformats.org/drawingml/2006/main">
              <a:ext uri="{FF2B5EF4-FFF2-40B4-BE49-F238E27FC236}">
                <a16:creationId xmlns:a16="http://schemas.microsoft.com/office/drawing/2014/main" id="{0B05DBA5-0481-45AC-95A0-75933083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REFERENSI UAT UI</a:t>
            </a:r>
          </a:p>
        </p:txBody>
      </p:sp>
      <p:sp>
        <p:nvSpPr>
          <p:cNvPr id="8" name="text-0.861443307871174">
            <a:extLst xmlns:a="http://schemas.openxmlformats.org/drawingml/2006/main">
              <a:ext uri="{FF2B5EF4-FFF2-40B4-BE49-F238E27FC236}">
                <a16:creationId xmlns:a16="http://schemas.microsoft.com/office/drawing/2014/main" id="{537F2FDB-1359-486D-A723-43E1AD86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9443121870083625">
            <a:extLst xmlns:a="http://schemas.openxmlformats.org/drawingml/2006/main">
              <a:ext uri="{FF2B5EF4-FFF2-40B4-BE49-F238E27FC236}">
                <a16:creationId xmlns:a16="http://schemas.microsoft.com/office/drawing/2014/main" id="{AFEB6FB1-A32F-4199-AC53-567801ED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27880137152974915">
            <a:extLst xmlns:a="http://schemas.openxmlformats.org/drawingml/2006/main">
              <a:ext uri="{FF2B5EF4-FFF2-40B4-BE49-F238E27FC236}">
                <a16:creationId xmlns:a16="http://schemas.microsoft.com/office/drawing/2014/main" id="{6F99A1C1-781D-4A4C-82ED-C9FE1C46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UAT UI 10-09-2026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25-laba-kotor-harian-atas.png</a:t>
            </a:r>
          </a:p>
        </p:txBody>
      </p:sp>
      <p:sp>
        <p:nvSpPr>
          <p:cNvPr id="11" name="text-0.4062975490863998">
            <a:extLst xmlns:a="http://schemas.openxmlformats.org/drawingml/2006/main">
              <a:ext uri="{FF2B5EF4-FFF2-40B4-BE49-F238E27FC236}">
                <a16:creationId xmlns:a16="http://schemas.microsoft.com/office/drawing/2014/main" id="{9B030A99-B25C-4DF9-8D37-5BC32052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21/60</a:t>
            </a:r>
          </a:p>
        </p:txBody>
      </p:sp>
    </p:spTree>
    <p:extLst>
      <p:ext uri="{BB962C8B-B14F-4D97-AF65-F5344CB8AC3E}">
        <p14:creationId xmlns:p14="http://schemas.microsoft.com/office/powerpoint/2010/main" val="194665588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D8C77A-AF63-44C6-9511-AFB68BCC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37850335070413355">
            <a:extLst xmlns:a="http://schemas.openxmlformats.org/drawingml/2006/main">
              <a:ext uri="{FF2B5EF4-FFF2-40B4-BE49-F238E27FC236}">
                <a16:creationId xmlns:a16="http://schemas.microsoft.com/office/drawing/2014/main" id="{861DC430-C481-4064-A237-60CF1346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DKB-20 Rincian Metode Pembayaran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a024ae9e8646c1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0375783880081908">
            <a:extLst xmlns:a="http://schemas.openxmlformats.org/drawingml/2006/main">
              <a:ext uri="{FF2B5EF4-FFF2-40B4-BE49-F238E27FC236}">
                <a16:creationId xmlns:a16="http://schemas.microsoft.com/office/drawing/2014/main" id="{06C0AF0D-7B88-43E1-8BA1-DB881BA9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7085370473891549">
            <a:extLst xmlns:a="http://schemas.openxmlformats.org/drawingml/2006/main">
              <a:ext uri="{FF2B5EF4-FFF2-40B4-BE49-F238E27FC236}">
                <a16:creationId xmlns:a16="http://schemas.microsoft.com/office/drawing/2014/main" id="{9185702B-E73F-4AFE-B5D5-325285D5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Transaksi &amp; Laporan &gt; Metode Pembayaran</a:t>
            </a:r>
          </a:p>
        </p:txBody>
      </p:sp>
      <p:sp>
        <p:nvSpPr>
          <p:cNvPr id="6" name="text-0.9497536558861178">
            <a:extLst xmlns:a="http://schemas.openxmlformats.org/drawingml/2006/main">
              <a:ext uri="{FF2B5EF4-FFF2-40B4-BE49-F238E27FC236}">
                <a16:creationId xmlns:a16="http://schemas.microsoft.com/office/drawing/2014/main" id="{2FDE78AC-D23B-4C5F-B146-75AC58E8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03382209637688527">
            <a:extLst xmlns:a="http://schemas.openxmlformats.org/drawingml/2006/main">
              <a:ext uri="{FF2B5EF4-FFF2-40B4-BE49-F238E27FC236}">
                <a16:creationId xmlns:a16="http://schemas.microsoft.com/office/drawing/2014/main" id="{91ECE4BD-8A5B-4C05-9453-D2863201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LAYAR LIVE</a:t>
            </a:r>
          </a:p>
        </p:txBody>
      </p:sp>
      <p:sp>
        <p:nvSpPr>
          <p:cNvPr id="8" name="text-0.4019048946954509">
            <a:extLst xmlns:a="http://schemas.openxmlformats.org/drawingml/2006/main">
              <a:ext uri="{FF2B5EF4-FFF2-40B4-BE49-F238E27FC236}">
                <a16:creationId xmlns:a16="http://schemas.microsoft.com/office/drawing/2014/main" id="{81A0976C-E82E-4E57-B65E-6EF6C8F0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8959059170766576">
            <a:extLst xmlns:a="http://schemas.openxmlformats.org/drawingml/2006/main">
              <a:ext uri="{FF2B5EF4-FFF2-40B4-BE49-F238E27FC236}">
                <a16:creationId xmlns:a16="http://schemas.microsoft.com/office/drawing/2014/main" id="{71E37869-2E5F-480E-BFBE-F0F43CC4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8712315991004078">
            <a:extLst xmlns:a="http://schemas.openxmlformats.org/drawingml/2006/main">
              <a:ext uri="{FF2B5EF4-FFF2-40B4-BE49-F238E27FC236}">
                <a16:creationId xmlns:a16="http://schemas.microsoft.com/office/drawing/2014/main" id="{2C589C33-A51C-4CCD-94D3-64FF839A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Live ABChicken 29-09-2026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41-laporan-report-payment.png</a:t>
            </a:r>
          </a:p>
        </p:txBody>
      </p:sp>
      <p:sp>
        <p:nvSpPr>
          <p:cNvPr id="11" name="text-0.7180119220222683">
            <a:extLst xmlns:a="http://schemas.openxmlformats.org/drawingml/2006/main">
              <a:ext uri="{FF2B5EF4-FFF2-40B4-BE49-F238E27FC236}">
                <a16:creationId xmlns:a16="http://schemas.microsoft.com/office/drawing/2014/main" id="{0030FAFD-EE19-4469-B9D5-3D49E96C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22/60</a:t>
            </a:r>
          </a:p>
        </p:txBody>
      </p:sp>
    </p:spTree>
    <p:extLst>
      <p:ext uri="{BB962C8B-B14F-4D97-AF65-F5344CB8AC3E}">
        <p14:creationId xmlns:p14="http://schemas.microsoft.com/office/powerpoint/2010/main" val="44246684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45B1AA-4229-453A-B723-B4F6C20F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9182856243202466">
            <a:extLst xmlns:a="http://schemas.openxmlformats.org/drawingml/2006/main">
              <a:ext uri="{FF2B5EF4-FFF2-40B4-BE49-F238E27FC236}">
                <a16:creationId xmlns:a16="http://schemas.microsoft.com/office/drawing/2014/main" id="{D8A85DEF-A79D-4578-ABFD-07BB6818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DKB-21 Rincian Produk Terjual (per toko, per hari)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552f2138574ee3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508285056673491">
            <a:extLst xmlns:a="http://schemas.openxmlformats.org/drawingml/2006/main">
              <a:ext uri="{FF2B5EF4-FFF2-40B4-BE49-F238E27FC236}">
                <a16:creationId xmlns:a16="http://schemas.microsoft.com/office/drawing/2014/main" id="{A7000E3A-29B4-4891-B410-0206A02D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9630634335360067">
            <a:extLst xmlns:a="http://schemas.openxmlformats.org/drawingml/2006/main">
              <a:ext uri="{FF2B5EF4-FFF2-40B4-BE49-F238E27FC236}">
                <a16:creationId xmlns:a16="http://schemas.microsoft.com/office/drawing/2014/main" id="{456F200B-7A52-44CF-8288-771F45EE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Transaksi &amp; Laporan &gt; Produk Terjual</a:t>
            </a:r>
          </a:p>
        </p:txBody>
      </p:sp>
      <p:sp>
        <p:nvSpPr>
          <p:cNvPr id="6" name="text-0.7191637514889421">
            <a:extLst xmlns:a="http://schemas.openxmlformats.org/drawingml/2006/main">
              <a:ext uri="{FF2B5EF4-FFF2-40B4-BE49-F238E27FC236}">
                <a16:creationId xmlns:a16="http://schemas.microsoft.com/office/drawing/2014/main" id="{F2A88185-E7B9-4075-A2B8-CE491681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9578846374779794">
            <a:extLst xmlns:a="http://schemas.openxmlformats.org/drawingml/2006/main">
              <a:ext uri="{FF2B5EF4-FFF2-40B4-BE49-F238E27FC236}">
                <a16:creationId xmlns:a16="http://schemas.microsoft.com/office/drawing/2014/main" id="{5E0574A4-B7DA-4405-BFA5-CC955A86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LAYAR LIVE</a:t>
            </a:r>
          </a:p>
        </p:txBody>
      </p:sp>
      <p:sp>
        <p:nvSpPr>
          <p:cNvPr id="8" name="text-0.19840162987865084">
            <a:extLst xmlns:a="http://schemas.openxmlformats.org/drawingml/2006/main">
              <a:ext uri="{FF2B5EF4-FFF2-40B4-BE49-F238E27FC236}">
                <a16:creationId xmlns:a16="http://schemas.microsoft.com/office/drawing/2014/main" id="{F010423D-B548-4B10-9EC2-8EEE6AD5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5404022101614663">
            <a:extLst xmlns:a="http://schemas.openxmlformats.org/drawingml/2006/main">
              <a:ext uri="{FF2B5EF4-FFF2-40B4-BE49-F238E27FC236}">
                <a16:creationId xmlns:a16="http://schemas.microsoft.com/office/drawing/2014/main" id="{CA9398A3-AAA9-49C4-8144-DFD7DFD5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27923667425409315">
            <a:extLst xmlns:a="http://schemas.openxmlformats.org/drawingml/2006/main">
              <a:ext uri="{FF2B5EF4-FFF2-40B4-BE49-F238E27FC236}">
                <a16:creationId xmlns:a16="http://schemas.microsoft.com/office/drawing/2014/main" id="{70922D8F-6A1D-4780-8745-434E1776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Live ABChicken 29-09-2026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41-laporan-rincian-produk.png</a:t>
            </a:r>
          </a:p>
        </p:txBody>
      </p:sp>
      <p:sp>
        <p:nvSpPr>
          <p:cNvPr id="11" name="text-0.47903069459862413">
            <a:extLst xmlns:a="http://schemas.openxmlformats.org/drawingml/2006/main">
              <a:ext uri="{FF2B5EF4-FFF2-40B4-BE49-F238E27FC236}">
                <a16:creationId xmlns:a16="http://schemas.microsoft.com/office/drawing/2014/main" id="{82F37EA3-3F3E-4589-A4F0-2B4071C3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23/60</a:t>
            </a:r>
          </a:p>
        </p:txBody>
      </p:sp>
    </p:spTree>
    <p:extLst>
      <p:ext uri="{BB962C8B-B14F-4D97-AF65-F5344CB8AC3E}">
        <p14:creationId xmlns:p14="http://schemas.microsoft.com/office/powerpoint/2010/main" val="106275867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778497-24FB-44DE-B5A5-337D2991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44963523573794717">
            <a:extLst xmlns:a="http://schemas.openxmlformats.org/drawingml/2006/main">
              <a:ext uri="{FF2B5EF4-FFF2-40B4-BE49-F238E27FC236}">
                <a16:creationId xmlns:a16="http://schemas.microsoft.com/office/drawing/2014/main" id="{6A0AA828-5A22-4412-A3F3-249C4987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DKB-22 Rincian Item Refund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37b21caa754bfa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4095080710168756">
            <a:extLst xmlns:a="http://schemas.openxmlformats.org/drawingml/2006/main">
              <a:ext uri="{FF2B5EF4-FFF2-40B4-BE49-F238E27FC236}">
                <a16:creationId xmlns:a16="http://schemas.microsoft.com/office/drawing/2014/main" id="{06A45F7B-2FFF-458E-B558-564EEE63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9789050674722126">
            <a:extLst xmlns:a="http://schemas.openxmlformats.org/drawingml/2006/main">
              <a:ext uri="{FF2B5EF4-FFF2-40B4-BE49-F238E27FC236}">
                <a16:creationId xmlns:a16="http://schemas.microsoft.com/office/drawing/2014/main" id="{DF8E60A7-3B83-41C1-B4E7-4D8ED2B3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Transaksi &amp; Laporan &gt; Retur Penjualan</a:t>
            </a:r>
          </a:p>
        </p:txBody>
      </p:sp>
      <p:sp>
        <p:nvSpPr>
          <p:cNvPr id="6" name="text-0.8910070016668314">
            <a:extLst xmlns:a="http://schemas.openxmlformats.org/drawingml/2006/main">
              <a:ext uri="{FF2B5EF4-FFF2-40B4-BE49-F238E27FC236}">
                <a16:creationId xmlns:a16="http://schemas.microsoft.com/office/drawing/2014/main" id="{1755407D-5A7E-496B-BDA3-EAA3B7AF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9197837067594302">
            <a:extLst xmlns:a="http://schemas.openxmlformats.org/drawingml/2006/main">
              <a:ext uri="{FF2B5EF4-FFF2-40B4-BE49-F238E27FC236}">
                <a16:creationId xmlns:a16="http://schemas.microsoft.com/office/drawing/2014/main" id="{A4518CE4-00BF-4792-8175-200F39D3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LAYAR LIVE</a:t>
            </a:r>
          </a:p>
        </p:txBody>
      </p:sp>
      <p:sp>
        <p:nvSpPr>
          <p:cNvPr id="8" name="text-0.4506826979050973">
            <a:extLst xmlns:a="http://schemas.openxmlformats.org/drawingml/2006/main">
              <a:ext uri="{FF2B5EF4-FFF2-40B4-BE49-F238E27FC236}">
                <a16:creationId xmlns:a16="http://schemas.microsoft.com/office/drawing/2014/main" id="{E437BD1E-55AD-4144-BCB2-FC5F0D1E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5105786447457289">
            <a:extLst xmlns:a="http://schemas.openxmlformats.org/drawingml/2006/main">
              <a:ext uri="{FF2B5EF4-FFF2-40B4-BE49-F238E27FC236}">
                <a16:creationId xmlns:a16="http://schemas.microsoft.com/office/drawing/2014/main" id="{698A22D2-3D2F-4D70-8FA8-ADA90E48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7587034943583467">
            <a:extLst xmlns:a="http://schemas.openxmlformats.org/drawingml/2006/main">
              <a:ext uri="{FF2B5EF4-FFF2-40B4-BE49-F238E27FC236}">
                <a16:creationId xmlns:a16="http://schemas.microsoft.com/office/drawing/2014/main" id="{F4E596E7-93A5-428D-9119-9E83D70B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Live ABChicken 29-09-2026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46-retur-penjualan.png</a:t>
            </a:r>
          </a:p>
        </p:txBody>
      </p:sp>
      <p:sp>
        <p:nvSpPr>
          <p:cNvPr id="11" name="text-0.05853513556056611">
            <a:extLst xmlns:a="http://schemas.openxmlformats.org/drawingml/2006/main">
              <a:ext uri="{FF2B5EF4-FFF2-40B4-BE49-F238E27FC236}">
                <a16:creationId xmlns:a16="http://schemas.microsoft.com/office/drawing/2014/main" id="{196894E3-AA35-4CF1-85DD-5D65F6E2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24/60</a:t>
            </a:r>
          </a:p>
        </p:txBody>
      </p:sp>
    </p:spTree>
    <p:extLst>
      <p:ext uri="{BB962C8B-B14F-4D97-AF65-F5344CB8AC3E}">
        <p14:creationId xmlns:p14="http://schemas.microsoft.com/office/powerpoint/2010/main" val="152637376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5A26F7-0A78-4094-BB38-AA43E528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7541357099633277">
            <a:extLst xmlns:a="http://schemas.openxmlformats.org/drawingml/2006/main">
              <a:ext uri="{FF2B5EF4-FFF2-40B4-BE49-F238E27FC236}">
                <a16:creationId xmlns:a16="http://schemas.microsoft.com/office/drawing/2014/main" id="{2D4DAD89-FDC7-498E-ACCB-068FA613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DKB-23 Laporan Transaksi per hari/bulan/tahun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24af26b7904a42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2373647595436833">
            <a:extLst xmlns:a="http://schemas.openxmlformats.org/drawingml/2006/main">
              <a:ext uri="{FF2B5EF4-FFF2-40B4-BE49-F238E27FC236}">
                <a16:creationId xmlns:a16="http://schemas.microsoft.com/office/drawing/2014/main" id="{B55114F8-434B-4889-BDBD-4595F15E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647268694126966">
            <a:extLst xmlns:a="http://schemas.openxmlformats.org/drawingml/2006/main">
              <a:ext uri="{FF2B5EF4-FFF2-40B4-BE49-F238E27FC236}">
                <a16:creationId xmlns:a16="http://schemas.microsoft.com/office/drawing/2014/main" id="{E100EACE-823D-446E-9CAD-8DAE7CA6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Transaksi &amp; Laporan &gt; Transaksi</a:t>
            </a:r>
          </a:p>
        </p:txBody>
      </p:sp>
      <p:sp>
        <p:nvSpPr>
          <p:cNvPr id="6" name="text-0.9127988148792033">
            <a:extLst xmlns:a="http://schemas.openxmlformats.org/drawingml/2006/main">
              <a:ext uri="{FF2B5EF4-FFF2-40B4-BE49-F238E27FC236}">
                <a16:creationId xmlns:a16="http://schemas.microsoft.com/office/drawing/2014/main" id="{EF2784C3-922C-4259-9FE9-10B48ACF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5249600161290142">
            <a:extLst xmlns:a="http://schemas.openxmlformats.org/drawingml/2006/main">
              <a:ext uri="{FF2B5EF4-FFF2-40B4-BE49-F238E27FC236}">
                <a16:creationId xmlns:a16="http://schemas.microsoft.com/office/drawing/2014/main" id="{DDF8F8AC-8348-41EE-93CC-BC31BEC7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LAYAR LIVE</a:t>
            </a:r>
          </a:p>
        </p:txBody>
      </p:sp>
      <p:sp>
        <p:nvSpPr>
          <p:cNvPr id="8" name="text-0.29029132687417536">
            <a:extLst xmlns:a="http://schemas.openxmlformats.org/drawingml/2006/main">
              <a:ext uri="{FF2B5EF4-FFF2-40B4-BE49-F238E27FC236}">
                <a16:creationId xmlns:a16="http://schemas.microsoft.com/office/drawing/2014/main" id="{070475D4-6DD0-4040-8AC0-546E9358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7429496580786803">
            <a:extLst xmlns:a="http://schemas.openxmlformats.org/drawingml/2006/main">
              <a:ext uri="{FF2B5EF4-FFF2-40B4-BE49-F238E27FC236}">
                <a16:creationId xmlns:a16="http://schemas.microsoft.com/office/drawing/2014/main" id="{48CF6395-F728-413E-8989-DFA65ABD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3778171040350997">
            <a:extLst xmlns:a="http://schemas.openxmlformats.org/drawingml/2006/main">
              <a:ext uri="{FF2B5EF4-FFF2-40B4-BE49-F238E27FC236}">
                <a16:creationId xmlns:a16="http://schemas.microsoft.com/office/drawing/2014/main" id="{F5991CCC-F7F8-4702-997F-273607AE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Live ABChicken 29-09-2026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41-laporan-report-order.png</a:t>
            </a:r>
          </a:p>
        </p:txBody>
      </p:sp>
      <p:sp>
        <p:nvSpPr>
          <p:cNvPr id="11" name="text-0.07422552143079764">
            <a:extLst xmlns:a="http://schemas.openxmlformats.org/drawingml/2006/main">
              <a:ext uri="{FF2B5EF4-FFF2-40B4-BE49-F238E27FC236}">
                <a16:creationId xmlns:a16="http://schemas.microsoft.com/office/drawing/2014/main" id="{74E54EA4-BD5B-428D-BDB0-1F1BB0B6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25/60</a:t>
            </a:r>
          </a:p>
        </p:txBody>
      </p:sp>
    </p:spTree>
    <p:extLst>
      <p:ext uri="{BB962C8B-B14F-4D97-AF65-F5344CB8AC3E}">
        <p14:creationId xmlns:p14="http://schemas.microsoft.com/office/powerpoint/2010/main" val="18847458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F0FD74-4593-48FC-9727-686B76C2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3788806965934549">
            <a:extLst xmlns:a="http://schemas.openxmlformats.org/drawingml/2006/main">
              <a:ext uri="{FF2B5EF4-FFF2-40B4-BE49-F238E27FC236}">
                <a16:creationId xmlns:a16="http://schemas.microsoft.com/office/drawing/2014/main" id="{3FB2BCCA-063B-4ADD-BC70-1A19304C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DKB-24 Laporan Shift (pemasukan dan pengeluaran)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85ff8c5c9948a8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023457729016092554">
            <a:extLst xmlns:a="http://schemas.openxmlformats.org/drawingml/2006/main">
              <a:ext uri="{FF2B5EF4-FFF2-40B4-BE49-F238E27FC236}">
                <a16:creationId xmlns:a16="http://schemas.microsoft.com/office/drawing/2014/main" id="{F0280047-A931-43A9-98BF-E046E4F3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9228414943216041">
            <a:extLst xmlns:a="http://schemas.openxmlformats.org/drawingml/2006/main">
              <a:ext uri="{FF2B5EF4-FFF2-40B4-BE49-F238E27FC236}">
                <a16:creationId xmlns:a16="http://schemas.microsoft.com/office/drawing/2014/main" id="{3DDCB7FB-6F2B-4B15-A9A1-20DB4E4E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Transaksi &amp; Laporan &gt; Rekonsiliasi Sesi</a:t>
            </a:r>
          </a:p>
        </p:txBody>
      </p:sp>
      <p:sp>
        <p:nvSpPr>
          <p:cNvPr id="6" name="text-0.09977912330474725">
            <a:extLst xmlns:a="http://schemas.openxmlformats.org/drawingml/2006/main">
              <a:ext uri="{FF2B5EF4-FFF2-40B4-BE49-F238E27FC236}">
                <a16:creationId xmlns:a16="http://schemas.microsoft.com/office/drawing/2014/main" id="{77EAE25E-F24B-4904-83EC-DD1BFF16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7047548600801482">
            <a:extLst xmlns:a="http://schemas.openxmlformats.org/drawingml/2006/main">
              <a:ext uri="{FF2B5EF4-FFF2-40B4-BE49-F238E27FC236}">
                <a16:creationId xmlns:a16="http://schemas.microsoft.com/office/drawing/2014/main" id="{3528F0C7-3719-43F5-8D9D-396F6105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LAYAR LIVE</a:t>
            </a:r>
          </a:p>
        </p:txBody>
      </p:sp>
      <p:sp>
        <p:nvSpPr>
          <p:cNvPr id="8" name="text-0.3358060084701171">
            <a:extLst xmlns:a="http://schemas.openxmlformats.org/drawingml/2006/main">
              <a:ext uri="{FF2B5EF4-FFF2-40B4-BE49-F238E27FC236}">
                <a16:creationId xmlns:a16="http://schemas.microsoft.com/office/drawing/2014/main" id="{31645A3D-332F-4CAB-A56E-3E1DC394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34861549392210267">
            <a:extLst xmlns:a="http://schemas.openxmlformats.org/drawingml/2006/main">
              <a:ext uri="{FF2B5EF4-FFF2-40B4-BE49-F238E27FC236}">
                <a16:creationId xmlns:a16="http://schemas.microsoft.com/office/drawing/2014/main" id="{6BE2B4F1-51BF-49CC-8322-06938B77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5828014137146322">
            <a:extLst xmlns:a="http://schemas.openxmlformats.org/drawingml/2006/main">
              <a:ext uri="{FF2B5EF4-FFF2-40B4-BE49-F238E27FC236}">
                <a16:creationId xmlns:a16="http://schemas.microsoft.com/office/drawing/2014/main" id="{F9B461A1-30B0-4019-BBA6-73592145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Live ABChicken 29-09-2026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41-laporan-report-sesi.png</a:t>
            </a:r>
          </a:p>
        </p:txBody>
      </p:sp>
      <p:sp>
        <p:nvSpPr>
          <p:cNvPr id="11" name="text-0.8158766165461795">
            <a:extLst xmlns:a="http://schemas.openxmlformats.org/drawingml/2006/main">
              <a:ext uri="{FF2B5EF4-FFF2-40B4-BE49-F238E27FC236}">
                <a16:creationId xmlns:a16="http://schemas.microsoft.com/office/drawing/2014/main" id="{69BD5C15-46DF-4599-BF8F-08FC238A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26/60</a:t>
            </a:r>
          </a:p>
        </p:txBody>
      </p:sp>
    </p:spTree>
    <p:extLst>
      <p:ext uri="{BB962C8B-B14F-4D97-AF65-F5344CB8AC3E}">
        <p14:creationId xmlns:p14="http://schemas.microsoft.com/office/powerpoint/2010/main" val="180789033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81F48F-D8BD-4235-8751-050A4BA1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03555991232029976">
            <a:extLst xmlns:a="http://schemas.openxmlformats.org/drawingml/2006/main">
              <a:ext uri="{FF2B5EF4-FFF2-40B4-BE49-F238E27FC236}">
                <a16:creationId xmlns:a16="http://schemas.microsoft.com/office/drawing/2014/main" id="{9D7E4D9F-1699-42FD-B212-CB99C6EE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87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DKB-25 Laporan Inventory/Stok (saldo awal, purchase order, pemakaian/usage, transfer stok, adjustment stok, waste, saldo akhir)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1b24de591843d5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7237345295159429">
            <a:extLst xmlns:a="http://schemas.openxmlformats.org/drawingml/2006/main">
              <a:ext uri="{FF2B5EF4-FFF2-40B4-BE49-F238E27FC236}">
                <a16:creationId xmlns:a16="http://schemas.microsoft.com/office/drawing/2014/main" id="{4B154324-5B0B-465F-B333-C6258A35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14441175230000147">
            <a:extLst xmlns:a="http://schemas.openxmlformats.org/drawingml/2006/main">
              <a:ext uri="{FF2B5EF4-FFF2-40B4-BE49-F238E27FC236}">
                <a16:creationId xmlns:a16="http://schemas.microsoft.com/office/drawing/2014/main" id="{4ACAB762-0E14-410D-9818-A9B1092C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Inventory &amp; Sales &gt; Riwayat Stok</a:t>
            </a:r>
          </a:p>
        </p:txBody>
      </p:sp>
      <p:sp>
        <p:nvSpPr>
          <p:cNvPr id="6" name="text-0.012330725132104203">
            <a:extLst xmlns:a="http://schemas.openxmlformats.org/drawingml/2006/main">
              <a:ext uri="{FF2B5EF4-FFF2-40B4-BE49-F238E27FC236}">
                <a16:creationId xmlns:a16="http://schemas.microsoft.com/office/drawing/2014/main" id="{6F3DB4A5-EF01-40C5-ACA7-3BB2B95F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13360822475082978">
            <a:extLst xmlns:a="http://schemas.openxmlformats.org/drawingml/2006/main">
              <a:ext uri="{FF2B5EF4-FFF2-40B4-BE49-F238E27FC236}">
                <a16:creationId xmlns:a16="http://schemas.microsoft.com/office/drawing/2014/main" id="{3FD297E7-AE50-44AE-AB23-4C26561F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LAYAR LIVE</a:t>
            </a:r>
          </a:p>
        </p:txBody>
      </p:sp>
      <p:sp>
        <p:nvSpPr>
          <p:cNvPr id="8" name="text-0.30987673172826236">
            <a:extLst xmlns:a="http://schemas.openxmlformats.org/drawingml/2006/main">
              <a:ext uri="{FF2B5EF4-FFF2-40B4-BE49-F238E27FC236}">
                <a16:creationId xmlns:a16="http://schemas.microsoft.com/office/drawing/2014/main" id="{8D14FE3F-F348-4B0A-8C45-E23BE2CF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7765335643978455">
            <a:extLst xmlns:a="http://schemas.openxmlformats.org/drawingml/2006/main">
              <a:ext uri="{FF2B5EF4-FFF2-40B4-BE49-F238E27FC236}">
                <a16:creationId xmlns:a16="http://schemas.microsoft.com/office/drawing/2014/main" id="{5C98FA91-0CFF-4E71-8093-0C3219AE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7673519020601981">
            <a:extLst xmlns:a="http://schemas.openxmlformats.org/drawingml/2006/main">
              <a:ext uri="{FF2B5EF4-FFF2-40B4-BE49-F238E27FC236}">
                <a16:creationId xmlns:a16="http://schemas.microsoft.com/office/drawing/2014/main" id="{AB14522B-924A-43B4-9A04-E8AB9C07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Live ABChicken 29-09-2026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41-laporan-rincian-produk.png</a:t>
            </a:r>
          </a:p>
        </p:txBody>
      </p:sp>
      <p:sp>
        <p:nvSpPr>
          <p:cNvPr id="11" name="text-0.9524879387717338">
            <a:extLst xmlns:a="http://schemas.openxmlformats.org/drawingml/2006/main">
              <a:ext uri="{FF2B5EF4-FFF2-40B4-BE49-F238E27FC236}">
                <a16:creationId xmlns:a16="http://schemas.microsoft.com/office/drawing/2014/main" id="{B00DFBA8-D75D-4358-98D6-020D101D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27/60</a:t>
            </a:r>
          </a:p>
        </p:txBody>
      </p:sp>
    </p:spTree>
    <p:extLst>
      <p:ext uri="{BB962C8B-B14F-4D97-AF65-F5344CB8AC3E}">
        <p14:creationId xmlns:p14="http://schemas.microsoft.com/office/powerpoint/2010/main" val="204669765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440747-AF09-4610-867C-7007069A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664798529747172">
            <a:extLst xmlns:a="http://schemas.openxmlformats.org/drawingml/2006/main">
              <a:ext uri="{FF2B5EF4-FFF2-40B4-BE49-F238E27FC236}">
                <a16:creationId xmlns:a16="http://schemas.microsoft.com/office/drawing/2014/main" id="{6AABA1E8-48AC-4B74-88F3-823E794D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DKB-26 Ringkasan Selisih Stok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4d3fa8ba0648a8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6713888775239295">
            <a:extLst xmlns:a="http://schemas.openxmlformats.org/drawingml/2006/main">
              <a:ext uri="{FF2B5EF4-FFF2-40B4-BE49-F238E27FC236}">
                <a16:creationId xmlns:a16="http://schemas.microsoft.com/office/drawing/2014/main" id="{3D390503-0738-49A9-9DAE-E7F22C37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6792521086525707">
            <a:extLst xmlns:a="http://schemas.openxmlformats.org/drawingml/2006/main">
              <a:ext uri="{FF2B5EF4-FFF2-40B4-BE49-F238E27FC236}">
                <a16:creationId xmlns:a16="http://schemas.microsoft.com/office/drawing/2014/main" id="{A715BC94-30D7-4B71-820F-CD99050E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Inventory &amp; Sales &gt; Rekonsiliasi Stok</a:t>
            </a:r>
          </a:p>
        </p:txBody>
      </p:sp>
      <p:sp>
        <p:nvSpPr>
          <p:cNvPr id="6" name="text-0.04069543462597636">
            <a:extLst xmlns:a="http://schemas.openxmlformats.org/drawingml/2006/main">
              <a:ext uri="{FF2B5EF4-FFF2-40B4-BE49-F238E27FC236}">
                <a16:creationId xmlns:a16="http://schemas.microsoft.com/office/drawing/2014/main" id="{07912DF9-3986-457B-9795-738B764E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8482567661839828">
            <a:extLst xmlns:a="http://schemas.openxmlformats.org/drawingml/2006/main">
              <a:ext uri="{FF2B5EF4-FFF2-40B4-BE49-F238E27FC236}">
                <a16:creationId xmlns:a16="http://schemas.microsoft.com/office/drawing/2014/main" id="{E454E18E-3165-4AC0-86EB-86076997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LAYAR LIVE</a:t>
            </a:r>
          </a:p>
        </p:txBody>
      </p:sp>
      <p:sp>
        <p:nvSpPr>
          <p:cNvPr id="8" name="text-0.4320859600867951">
            <a:extLst xmlns:a="http://schemas.openxmlformats.org/drawingml/2006/main">
              <a:ext uri="{FF2B5EF4-FFF2-40B4-BE49-F238E27FC236}">
                <a16:creationId xmlns:a16="http://schemas.microsoft.com/office/drawing/2014/main" id="{6EF94E7A-9D6C-427E-9658-8581B26A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1017638804083163">
            <a:extLst xmlns:a="http://schemas.openxmlformats.org/drawingml/2006/main">
              <a:ext uri="{FF2B5EF4-FFF2-40B4-BE49-F238E27FC236}">
                <a16:creationId xmlns:a16="http://schemas.microsoft.com/office/drawing/2014/main" id="{CDFC5A69-2B6A-4800-AA4D-9D6BED1B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8091321738995307">
            <a:extLst xmlns:a="http://schemas.openxmlformats.org/drawingml/2006/main">
              <a:ext uri="{FF2B5EF4-FFF2-40B4-BE49-F238E27FC236}">
                <a16:creationId xmlns:a16="http://schemas.microsoft.com/office/drawing/2014/main" id="{4F006B70-A00D-4EE4-A46A-82F499F4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Live ABChicken 29-09-2026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48-rekonsiliasi-stok.png</a:t>
            </a:r>
          </a:p>
        </p:txBody>
      </p:sp>
      <p:sp>
        <p:nvSpPr>
          <p:cNvPr id="11" name="text-0.007907609994012521">
            <a:extLst xmlns:a="http://schemas.openxmlformats.org/drawingml/2006/main">
              <a:ext uri="{FF2B5EF4-FFF2-40B4-BE49-F238E27FC236}">
                <a16:creationId xmlns:a16="http://schemas.microsoft.com/office/drawing/2014/main" id="{746AF08E-3A36-4936-9364-2A4EAA79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28/60</a:t>
            </a:r>
          </a:p>
        </p:txBody>
      </p:sp>
    </p:spTree>
    <p:extLst>
      <p:ext uri="{BB962C8B-B14F-4D97-AF65-F5344CB8AC3E}">
        <p14:creationId xmlns:p14="http://schemas.microsoft.com/office/powerpoint/2010/main" val="22016055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C06174-E461-4CB7-BB61-DE842202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7937943311654087">
            <a:extLst xmlns:a="http://schemas.openxmlformats.org/drawingml/2006/main">
              <a:ext uri="{FF2B5EF4-FFF2-40B4-BE49-F238E27FC236}">
                <a16:creationId xmlns:a16="http://schemas.microsoft.com/office/drawing/2014/main" id="{6CBCEB7E-66F0-43A3-8E45-D868CD7A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DKB-27 Ringkasan waste produk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b91e8a3c8248e7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8849217419081088">
            <a:extLst xmlns:a="http://schemas.openxmlformats.org/drawingml/2006/main">
              <a:ext uri="{FF2B5EF4-FFF2-40B4-BE49-F238E27FC236}">
                <a16:creationId xmlns:a16="http://schemas.microsoft.com/office/drawing/2014/main" id="{90D17204-7DFF-4FEF-823B-27B70E7C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9516467871784084">
            <a:extLst xmlns:a="http://schemas.openxmlformats.org/drawingml/2006/main">
              <a:ext uri="{FF2B5EF4-FFF2-40B4-BE49-F238E27FC236}">
                <a16:creationId xmlns:a16="http://schemas.microsoft.com/office/drawing/2014/main" id="{9FFF4B90-96AD-479F-8A23-09AB376C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Produksi &gt; Waste &amp; Susut Produksi</a:t>
            </a:r>
          </a:p>
        </p:txBody>
      </p:sp>
      <p:sp>
        <p:nvSpPr>
          <p:cNvPr id="6" name="text-0.8582387914077971">
            <a:extLst xmlns:a="http://schemas.openxmlformats.org/drawingml/2006/main">
              <a:ext uri="{FF2B5EF4-FFF2-40B4-BE49-F238E27FC236}">
                <a16:creationId xmlns:a16="http://schemas.microsoft.com/office/drawing/2014/main" id="{47B97D26-8EC6-485B-ACFB-DBCCF780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49044017012055474">
            <a:extLst xmlns:a="http://schemas.openxmlformats.org/drawingml/2006/main">
              <a:ext uri="{FF2B5EF4-FFF2-40B4-BE49-F238E27FC236}">
                <a16:creationId xmlns:a16="http://schemas.microsoft.com/office/drawing/2014/main" id="{F16F5D53-B971-48A1-84E9-223FA618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LAYAR LIVE</a:t>
            </a:r>
          </a:p>
        </p:txBody>
      </p:sp>
      <p:sp>
        <p:nvSpPr>
          <p:cNvPr id="8" name="text-0.31257807754033573">
            <a:extLst xmlns:a="http://schemas.openxmlformats.org/drawingml/2006/main">
              <a:ext uri="{FF2B5EF4-FFF2-40B4-BE49-F238E27FC236}">
                <a16:creationId xmlns:a16="http://schemas.microsoft.com/office/drawing/2014/main" id="{5DFEF080-B26E-4529-B4FC-AD8EE034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3958847861809077">
            <a:extLst xmlns:a="http://schemas.openxmlformats.org/drawingml/2006/main">
              <a:ext uri="{FF2B5EF4-FFF2-40B4-BE49-F238E27FC236}">
                <a16:creationId xmlns:a16="http://schemas.microsoft.com/office/drawing/2014/main" id="{638B7A1B-5F3C-451D-ADBE-9F401B35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7197141113622139">
            <a:extLst xmlns:a="http://schemas.openxmlformats.org/drawingml/2006/main">
              <a:ext uri="{FF2B5EF4-FFF2-40B4-BE49-F238E27FC236}">
                <a16:creationId xmlns:a16="http://schemas.microsoft.com/office/drawing/2014/main" id="{40622C13-64E9-4B02-9182-FB0FCA29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Live ABChicken 29-09-2026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42-waste-produksi.png</a:t>
            </a:r>
          </a:p>
        </p:txBody>
      </p:sp>
      <p:sp>
        <p:nvSpPr>
          <p:cNvPr id="11" name="text-0.6196791249180902">
            <a:extLst xmlns:a="http://schemas.openxmlformats.org/drawingml/2006/main">
              <a:ext uri="{FF2B5EF4-FFF2-40B4-BE49-F238E27FC236}">
                <a16:creationId xmlns:a16="http://schemas.microsoft.com/office/drawing/2014/main" id="{07C2A068-A8A4-4D48-AA05-E7D03D77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29/60</a:t>
            </a:r>
          </a:p>
        </p:txBody>
      </p:sp>
    </p:spTree>
    <p:extLst>
      <p:ext uri="{BB962C8B-B14F-4D97-AF65-F5344CB8AC3E}">
        <p14:creationId xmlns:p14="http://schemas.microsoft.com/office/powerpoint/2010/main" val="150359206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C01500-9938-4587-AE77-61E5A18C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22517781364992995">
            <a:extLst xmlns:a="http://schemas.openxmlformats.org/drawingml/2006/main">
              <a:ext uri="{FF2B5EF4-FFF2-40B4-BE49-F238E27FC236}">
                <a16:creationId xmlns:a16="http://schemas.microsoft.com/office/drawing/2014/main" id="{79BA67CC-F9BC-4513-BB25-0150BBE9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DKB-28 Pengajuan cuti online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efa4dc47ca446d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14378783984464594">
            <a:extLst xmlns:a="http://schemas.openxmlformats.org/drawingml/2006/main">
              <a:ext uri="{FF2B5EF4-FFF2-40B4-BE49-F238E27FC236}">
                <a16:creationId xmlns:a16="http://schemas.microsoft.com/office/drawing/2014/main" id="{A004A1CA-0655-4297-81F3-1C02403A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8163918021982988">
            <a:extLst xmlns:a="http://schemas.openxmlformats.org/drawingml/2006/main">
              <a:ext uri="{FF2B5EF4-FFF2-40B4-BE49-F238E27FC236}">
                <a16:creationId xmlns:a16="http://schemas.microsoft.com/office/drawing/2014/main" id="{495F741A-79E3-4C32-B51E-18D9DE65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SDM / HRD &gt; Cuti &amp; Izin</a:t>
            </a:r>
          </a:p>
        </p:txBody>
      </p:sp>
      <p:sp>
        <p:nvSpPr>
          <p:cNvPr id="6" name="text-0.5434864159067055">
            <a:extLst xmlns:a="http://schemas.openxmlformats.org/drawingml/2006/main">
              <a:ext uri="{FF2B5EF4-FFF2-40B4-BE49-F238E27FC236}">
                <a16:creationId xmlns:a16="http://schemas.microsoft.com/office/drawing/2014/main" id="{F2AF1C6B-BBED-49FE-900B-E8A7E2E8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543728091257542">
            <a:extLst xmlns:a="http://schemas.openxmlformats.org/drawingml/2006/main">
              <a:ext uri="{FF2B5EF4-FFF2-40B4-BE49-F238E27FC236}">
                <a16:creationId xmlns:a16="http://schemas.microsoft.com/office/drawing/2014/main" id="{DAC2D3A8-D0F5-4DAE-A19D-E5304DC4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LAYAR LIVE</a:t>
            </a:r>
          </a:p>
        </p:txBody>
      </p:sp>
      <p:sp>
        <p:nvSpPr>
          <p:cNvPr id="8" name="text-0.8383842514312423">
            <a:extLst xmlns:a="http://schemas.openxmlformats.org/drawingml/2006/main">
              <a:ext uri="{FF2B5EF4-FFF2-40B4-BE49-F238E27FC236}">
                <a16:creationId xmlns:a16="http://schemas.microsoft.com/office/drawing/2014/main" id="{7093C5D3-B0E3-4785-A6A5-FBC7A72C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4323421955274297">
            <a:extLst xmlns:a="http://schemas.openxmlformats.org/drawingml/2006/main">
              <a:ext uri="{FF2B5EF4-FFF2-40B4-BE49-F238E27FC236}">
                <a16:creationId xmlns:a16="http://schemas.microsoft.com/office/drawing/2014/main" id="{45E85851-94AA-45DC-A084-2FE995E8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1061065956677294">
            <a:extLst xmlns:a="http://schemas.openxmlformats.org/drawingml/2006/main">
              <a:ext uri="{FF2B5EF4-FFF2-40B4-BE49-F238E27FC236}">
                <a16:creationId xmlns:a16="http://schemas.microsoft.com/office/drawing/2014/main" id="{44037570-911C-4B57-A883-E752718D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Live ABChicken 29-09-2026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34-hrd-cuti-izin.png</a:t>
            </a:r>
          </a:p>
        </p:txBody>
      </p:sp>
      <p:sp>
        <p:nvSpPr>
          <p:cNvPr id="11" name="text-0.8116751584711648">
            <a:extLst xmlns:a="http://schemas.openxmlformats.org/drawingml/2006/main">
              <a:ext uri="{FF2B5EF4-FFF2-40B4-BE49-F238E27FC236}">
                <a16:creationId xmlns:a16="http://schemas.microsoft.com/office/drawing/2014/main" id="{1133A6CD-C320-4F11-849A-491D595D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30/60</a:t>
            </a:r>
          </a:p>
        </p:txBody>
      </p:sp>
    </p:spTree>
    <p:extLst>
      <p:ext uri="{BB962C8B-B14F-4D97-AF65-F5344CB8AC3E}">
        <p14:creationId xmlns:p14="http://schemas.microsoft.com/office/powerpoint/2010/main" val="174229117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ED4209-A7AE-4C8E-9D25-A9FD08E4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07355785712469454">
            <a:extLst xmlns:a="http://schemas.openxmlformats.org/drawingml/2006/main">
              <a:ext uri="{FF2B5EF4-FFF2-40B4-BE49-F238E27FC236}">
                <a16:creationId xmlns:a16="http://schemas.microsoft.com/office/drawing/2014/main" id="{AD922145-3107-4CCE-BB4E-8FB589D9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734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DKB-29 Rekap kehadiran bisa dengan beberapa metode: foto/fingerprint/qrcode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bf07104bd84004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864409576103046">
            <a:extLst xmlns:a="http://schemas.openxmlformats.org/drawingml/2006/main">
              <a:ext uri="{FF2B5EF4-FFF2-40B4-BE49-F238E27FC236}">
                <a16:creationId xmlns:a16="http://schemas.microsoft.com/office/drawing/2014/main" id="{E7C29B5B-09BB-420B-A240-3BDAE775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416015701887123">
            <a:extLst xmlns:a="http://schemas.openxmlformats.org/drawingml/2006/main">
              <a:ext uri="{FF2B5EF4-FFF2-40B4-BE49-F238E27FC236}">
                <a16:creationId xmlns:a16="http://schemas.microsoft.com/office/drawing/2014/main" id="{A8F2F2CC-018C-4FF6-A8CD-4784F497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SDM / HRD &gt; Kehadiran</a:t>
            </a:r>
          </a:p>
        </p:txBody>
      </p:sp>
      <p:sp>
        <p:nvSpPr>
          <p:cNvPr id="6" name="text-0.3834833902699245">
            <a:extLst xmlns:a="http://schemas.openxmlformats.org/drawingml/2006/main">
              <a:ext uri="{FF2B5EF4-FFF2-40B4-BE49-F238E27FC236}">
                <a16:creationId xmlns:a16="http://schemas.microsoft.com/office/drawing/2014/main" id="{D47FE656-23EB-4F9E-8449-FD64F505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39297275813111165">
            <a:extLst xmlns:a="http://schemas.openxmlformats.org/drawingml/2006/main">
              <a:ext uri="{FF2B5EF4-FFF2-40B4-BE49-F238E27FC236}">
                <a16:creationId xmlns:a16="http://schemas.microsoft.com/office/drawing/2014/main" id="{FCF33595-8950-49B4-B548-0BF88C11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LAYAR LIVE</a:t>
            </a:r>
          </a:p>
        </p:txBody>
      </p:sp>
      <p:sp>
        <p:nvSpPr>
          <p:cNvPr id="8" name="text-0.003027799750769833">
            <a:extLst xmlns:a="http://schemas.openxmlformats.org/drawingml/2006/main">
              <a:ext uri="{FF2B5EF4-FFF2-40B4-BE49-F238E27FC236}">
                <a16:creationId xmlns:a16="http://schemas.microsoft.com/office/drawing/2014/main" id="{6AA8B3CF-D0EB-445B-B512-23D1E59B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7002084064867754">
            <a:extLst xmlns:a="http://schemas.openxmlformats.org/drawingml/2006/main">
              <a:ext uri="{FF2B5EF4-FFF2-40B4-BE49-F238E27FC236}">
                <a16:creationId xmlns:a16="http://schemas.microsoft.com/office/drawing/2014/main" id="{4F389726-2988-4284-9B6C-370DE31D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2061267528958215">
            <a:extLst xmlns:a="http://schemas.openxmlformats.org/drawingml/2006/main">
              <a:ext uri="{FF2B5EF4-FFF2-40B4-BE49-F238E27FC236}">
                <a16:creationId xmlns:a16="http://schemas.microsoft.com/office/drawing/2014/main" id="{DACD558C-4067-4927-A728-F3F2CFAA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Live ABChicken 29-09-2026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34-hrd-kehadiran.png</a:t>
            </a:r>
          </a:p>
        </p:txBody>
      </p:sp>
      <p:sp>
        <p:nvSpPr>
          <p:cNvPr id="11" name="text-0.345865472711941">
            <a:extLst xmlns:a="http://schemas.openxmlformats.org/drawingml/2006/main">
              <a:ext uri="{FF2B5EF4-FFF2-40B4-BE49-F238E27FC236}">
                <a16:creationId xmlns:a16="http://schemas.microsoft.com/office/drawing/2014/main" id="{50176093-9670-402F-89B5-4AC6B93C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31/60</a:t>
            </a:r>
          </a:p>
        </p:txBody>
      </p:sp>
    </p:spTree>
    <p:extLst>
      <p:ext uri="{BB962C8B-B14F-4D97-AF65-F5344CB8AC3E}">
        <p14:creationId xmlns:p14="http://schemas.microsoft.com/office/powerpoint/2010/main" val="183101774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76E361-3193-4BD0-BF50-1071602D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1384589150847979">
            <a:extLst xmlns:a="http://schemas.openxmlformats.org/drawingml/2006/main">
              <a:ext uri="{FF2B5EF4-FFF2-40B4-BE49-F238E27FC236}">
                <a16:creationId xmlns:a16="http://schemas.microsoft.com/office/drawing/2014/main" id="{EE0CC290-1B6E-4CFF-8D9B-4338F452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534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DKB-30 Pengajuan Sakit dan Izin secara online, lalu ngelink approval dari atasan dan HRD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8576225b5c445b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8669723372059241">
            <a:extLst xmlns:a="http://schemas.openxmlformats.org/drawingml/2006/main">
              <a:ext uri="{FF2B5EF4-FFF2-40B4-BE49-F238E27FC236}">
                <a16:creationId xmlns:a16="http://schemas.microsoft.com/office/drawing/2014/main" id="{132EE3FA-997D-41A8-95D5-5B79F106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02798902693367855">
            <a:extLst xmlns:a="http://schemas.openxmlformats.org/drawingml/2006/main">
              <a:ext uri="{FF2B5EF4-FFF2-40B4-BE49-F238E27FC236}">
                <a16:creationId xmlns:a16="http://schemas.microsoft.com/office/drawing/2014/main" id="{A4967593-9C87-4D26-BD4E-E4B9DAC3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SDM / HRD &gt; Cuti &amp; Izin</a:t>
            </a:r>
          </a:p>
        </p:txBody>
      </p:sp>
      <p:sp>
        <p:nvSpPr>
          <p:cNvPr id="6" name="text-0.30255479723559797">
            <a:extLst xmlns:a="http://schemas.openxmlformats.org/drawingml/2006/main">
              <a:ext uri="{FF2B5EF4-FFF2-40B4-BE49-F238E27FC236}">
                <a16:creationId xmlns:a16="http://schemas.microsoft.com/office/drawing/2014/main" id="{E182E7FB-D824-4883-AAA7-010AA4EE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05153337467184416">
            <a:extLst xmlns:a="http://schemas.openxmlformats.org/drawingml/2006/main">
              <a:ext uri="{FF2B5EF4-FFF2-40B4-BE49-F238E27FC236}">
                <a16:creationId xmlns:a16="http://schemas.microsoft.com/office/drawing/2014/main" id="{22020FDB-40B2-462B-A049-91A5995F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LAYAR LIVE</a:t>
            </a:r>
          </a:p>
        </p:txBody>
      </p:sp>
      <p:sp>
        <p:nvSpPr>
          <p:cNvPr id="8" name="text-0.367614521817229">
            <a:extLst xmlns:a="http://schemas.openxmlformats.org/drawingml/2006/main">
              <a:ext uri="{FF2B5EF4-FFF2-40B4-BE49-F238E27FC236}">
                <a16:creationId xmlns:a16="http://schemas.microsoft.com/office/drawing/2014/main" id="{755BD9DB-F76B-41FF-A639-066CC6D2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4562204069811989">
            <a:extLst xmlns:a="http://schemas.openxmlformats.org/drawingml/2006/main">
              <a:ext uri="{FF2B5EF4-FFF2-40B4-BE49-F238E27FC236}">
                <a16:creationId xmlns:a16="http://schemas.microsoft.com/office/drawing/2014/main" id="{722FB07C-FC33-491B-B459-3891BD71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8364793047998446">
            <a:extLst xmlns:a="http://schemas.openxmlformats.org/drawingml/2006/main">
              <a:ext uri="{FF2B5EF4-FFF2-40B4-BE49-F238E27FC236}">
                <a16:creationId xmlns:a16="http://schemas.microsoft.com/office/drawing/2014/main" id="{62EE4B29-71F0-4A44-B8D9-7D07B644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Live ABChicken 29-09-2026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34-hrd-cuti-izin.png</a:t>
            </a:r>
          </a:p>
        </p:txBody>
      </p:sp>
      <p:sp>
        <p:nvSpPr>
          <p:cNvPr id="11" name="text-0.889182478786967">
            <a:extLst xmlns:a="http://schemas.openxmlformats.org/drawingml/2006/main">
              <a:ext uri="{FF2B5EF4-FFF2-40B4-BE49-F238E27FC236}">
                <a16:creationId xmlns:a16="http://schemas.microsoft.com/office/drawing/2014/main" id="{E3415E37-038E-4F3C-B7BB-D237FE8C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32/60</a:t>
            </a:r>
          </a:p>
        </p:txBody>
      </p:sp>
    </p:spTree>
    <p:extLst>
      <p:ext uri="{BB962C8B-B14F-4D97-AF65-F5344CB8AC3E}">
        <p14:creationId xmlns:p14="http://schemas.microsoft.com/office/powerpoint/2010/main" val="197894336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2FC45B-E516-4C11-AA3D-877EFB67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2994377817910576">
            <a:extLst xmlns:a="http://schemas.openxmlformats.org/drawingml/2006/main">
              <a:ext uri="{FF2B5EF4-FFF2-40B4-BE49-F238E27FC236}">
                <a16:creationId xmlns:a16="http://schemas.microsoft.com/office/drawing/2014/main" id="{8485609E-A190-4266-B561-45BC477F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82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DKB-31 Terdapat grafik kedisiplinan (Paling sering izin, Paling sering datang tepat waktu)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86bd5d8479431f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40286048478015124">
            <a:extLst xmlns:a="http://schemas.openxmlformats.org/drawingml/2006/main">
              <a:ext uri="{FF2B5EF4-FFF2-40B4-BE49-F238E27FC236}">
                <a16:creationId xmlns:a16="http://schemas.microsoft.com/office/drawing/2014/main" id="{F9DF7793-27B9-4AF6-80BE-E54615A2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8592157291490365">
            <a:extLst xmlns:a="http://schemas.openxmlformats.org/drawingml/2006/main">
              <a:ext uri="{FF2B5EF4-FFF2-40B4-BE49-F238E27FC236}">
                <a16:creationId xmlns:a16="http://schemas.microsoft.com/office/drawing/2014/main" id="{A60B4653-336F-42AC-AD1D-2FF78D25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SDM / HRD &gt; Kedisiplinan</a:t>
            </a:r>
          </a:p>
        </p:txBody>
      </p:sp>
      <p:sp>
        <p:nvSpPr>
          <p:cNvPr id="6" name="text-0.8658041215700942">
            <a:extLst xmlns:a="http://schemas.openxmlformats.org/drawingml/2006/main">
              <a:ext uri="{FF2B5EF4-FFF2-40B4-BE49-F238E27FC236}">
                <a16:creationId xmlns:a16="http://schemas.microsoft.com/office/drawing/2014/main" id="{B502E86C-32B3-437E-B5A2-2D93CC9B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36461774773360767">
            <a:extLst xmlns:a="http://schemas.openxmlformats.org/drawingml/2006/main">
              <a:ext uri="{FF2B5EF4-FFF2-40B4-BE49-F238E27FC236}">
                <a16:creationId xmlns:a16="http://schemas.microsoft.com/office/drawing/2014/main" id="{BE5C0119-FD90-4BDD-B537-E2D283CD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LAYAR LIVE</a:t>
            </a:r>
          </a:p>
        </p:txBody>
      </p:sp>
      <p:sp>
        <p:nvSpPr>
          <p:cNvPr id="8" name="text-0.923147371333263">
            <a:extLst xmlns:a="http://schemas.openxmlformats.org/drawingml/2006/main">
              <a:ext uri="{FF2B5EF4-FFF2-40B4-BE49-F238E27FC236}">
                <a16:creationId xmlns:a16="http://schemas.microsoft.com/office/drawing/2014/main" id="{292405AA-CC7A-4B12-8A6C-97AC3D0D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07104654759444573">
            <a:extLst xmlns:a="http://schemas.openxmlformats.org/drawingml/2006/main">
              <a:ext uri="{FF2B5EF4-FFF2-40B4-BE49-F238E27FC236}">
                <a16:creationId xmlns:a16="http://schemas.microsoft.com/office/drawing/2014/main" id="{BA057876-C229-4E0D-9FE7-ACE3A230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9463840779594412">
            <a:extLst xmlns:a="http://schemas.openxmlformats.org/drawingml/2006/main">
              <a:ext uri="{FF2B5EF4-FFF2-40B4-BE49-F238E27FC236}">
                <a16:creationId xmlns:a16="http://schemas.microsoft.com/office/drawing/2014/main" id="{A5B10C47-D870-42F7-88F4-A9708033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Live ABChicken 29-09-2026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34-hrd-kedisiplinan.png</a:t>
            </a:r>
          </a:p>
        </p:txBody>
      </p:sp>
      <p:sp>
        <p:nvSpPr>
          <p:cNvPr id="11" name="text-0.31051322028288564">
            <a:extLst xmlns:a="http://schemas.openxmlformats.org/drawingml/2006/main">
              <a:ext uri="{FF2B5EF4-FFF2-40B4-BE49-F238E27FC236}">
                <a16:creationId xmlns:a16="http://schemas.microsoft.com/office/drawing/2014/main" id="{E0D06B97-A4A3-4275-96AF-AB90F7E7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33/60</a:t>
            </a:r>
          </a:p>
        </p:txBody>
      </p:sp>
    </p:spTree>
    <p:extLst>
      <p:ext uri="{BB962C8B-B14F-4D97-AF65-F5344CB8AC3E}">
        <p14:creationId xmlns:p14="http://schemas.microsoft.com/office/powerpoint/2010/main" val="111555140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74F382-D6C3-4A89-A724-8B6645B0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2548811077000718">
            <a:extLst xmlns:a="http://schemas.openxmlformats.org/drawingml/2006/main">
              <a:ext uri="{FF2B5EF4-FFF2-40B4-BE49-F238E27FC236}">
                <a16:creationId xmlns:a16="http://schemas.microsoft.com/office/drawing/2014/main" id="{5EC7CB99-0636-423D-A4CB-3EC4E57B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DKB-32 Bisa tarik data riwayat kehadiran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970367fac4428b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5008993734362498">
            <a:extLst xmlns:a="http://schemas.openxmlformats.org/drawingml/2006/main">
              <a:ext uri="{FF2B5EF4-FFF2-40B4-BE49-F238E27FC236}">
                <a16:creationId xmlns:a16="http://schemas.microsoft.com/office/drawing/2014/main" id="{A8F82953-BDF9-4780-80E1-F46319C4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5392283550748804">
            <a:extLst xmlns:a="http://schemas.openxmlformats.org/drawingml/2006/main">
              <a:ext uri="{FF2B5EF4-FFF2-40B4-BE49-F238E27FC236}">
                <a16:creationId xmlns:a16="http://schemas.microsoft.com/office/drawing/2014/main" id="{E01AF753-63A0-4CD2-9CA6-4D2B74D7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SDM / HRD &gt; Kehadiran</a:t>
            </a:r>
          </a:p>
        </p:txBody>
      </p:sp>
      <p:sp>
        <p:nvSpPr>
          <p:cNvPr id="6" name="text-0.7692284355217451">
            <a:extLst xmlns:a="http://schemas.openxmlformats.org/drawingml/2006/main">
              <a:ext uri="{FF2B5EF4-FFF2-40B4-BE49-F238E27FC236}">
                <a16:creationId xmlns:a16="http://schemas.microsoft.com/office/drawing/2014/main" id="{99281D2B-25CE-4504-BD9A-743D9ADD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6156831772454433">
            <a:extLst xmlns:a="http://schemas.openxmlformats.org/drawingml/2006/main">
              <a:ext uri="{FF2B5EF4-FFF2-40B4-BE49-F238E27FC236}">
                <a16:creationId xmlns:a16="http://schemas.microsoft.com/office/drawing/2014/main" id="{328ABCFA-E387-4F2D-820A-329DAFD8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LAYAR LIVE</a:t>
            </a:r>
          </a:p>
        </p:txBody>
      </p:sp>
      <p:sp>
        <p:nvSpPr>
          <p:cNvPr id="8" name="text-0.5657976612737855">
            <a:extLst xmlns:a="http://schemas.openxmlformats.org/drawingml/2006/main">
              <a:ext uri="{FF2B5EF4-FFF2-40B4-BE49-F238E27FC236}">
                <a16:creationId xmlns:a16="http://schemas.microsoft.com/office/drawing/2014/main" id="{D55E3632-A5BE-4710-97C0-D69AA45E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518967930981316">
            <a:extLst xmlns:a="http://schemas.openxmlformats.org/drawingml/2006/main">
              <a:ext uri="{FF2B5EF4-FFF2-40B4-BE49-F238E27FC236}">
                <a16:creationId xmlns:a16="http://schemas.microsoft.com/office/drawing/2014/main" id="{9188A77A-FD78-4355-AD1C-3D922DEF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27158073406702954">
            <a:extLst xmlns:a="http://schemas.openxmlformats.org/drawingml/2006/main">
              <a:ext uri="{FF2B5EF4-FFF2-40B4-BE49-F238E27FC236}">
                <a16:creationId xmlns:a16="http://schemas.microsoft.com/office/drawing/2014/main" id="{BDC089A0-723B-4063-8F7E-D2557E1E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Live ABChicken 29-09-2026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34-hrd-riwayat.png</a:t>
            </a:r>
          </a:p>
        </p:txBody>
      </p:sp>
      <p:sp>
        <p:nvSpPr>
          <p:cNvPr id="11" name="text-0.397500591643139">
            <a:extLst xmlns:a="http://schemas.openxmlformats.org/drawingml/2006/main">
              <a:ext uri="{FF2B5EF4-FFF2-40B4-BE49-F238E27FC236}">
                <a16:creationId xmlns:a16="http://schemas.microsoft.com/office/drawing/2014/main" id="{07A2D825-678C-4E85-808D-046B41CC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34/60</a:t>
            </a:r>
          </a:p>
        </p:txBody>
      </p:sp>
    </p:spTree>
    <p:extLst>
      <p:ext uri="{BB962C8B-B14F-4D97-AF65-F5344CB8AC3E}">
        <p14:creationId xmlns:p14="http://schemas.microsoft.com/office/powerpoint/2010/main" val="158315340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D168C5-FEC8-4E80-9A61-1165D71A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5650644782291027">
            <a:extLst xmlns:a="http://schemas.openxmlformats.org/drawingml/2006/main">
              <a:ext uri="{FF2B5EF4-FFF2-40B4-BE49-F238E27FC236}">
                <a16:creationId xmlns:a16="http://schemas.microsoft.com/office/drawing/2014/main" id="{7916737D-E3E1-479D-81CD-835B666A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87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DKB-33 Untuk outlet absen di Aplikasi -&gt; setiap karyawan dibuatkan akun dan WAJIB ABSEN di aplikasi tsb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5f6f37768c443d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7751518229310939">
            <a:extLst xmlns:a="http://schemas.openxmlformats.org/drawingml/2006/main">
              <a:ext uri="{FF2B5EF4-FFF2-40B4-BE49-F238E27FC236}">
                <a16:creationId xmlns:a16="http://schemas.microsoft.com/office/drawing/2014/main" id="{AB7CBC8B-7697-4FC3-9FA1-380A3387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27190972271547864">
            <a:extLst xmlns:a="http://schemas.openxmlformats.org/drawingml/2006/main">
              <a:ext uri="{FF2B5EF4-FFF2-40B4-BE49-F238E27FC236}">
                <a16:creationId xmlns:a16="http://schemas.microsoft.com/office/drawing/2014/main" id="{82C297DD-A225-4D28-B146-3E231012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SDM / HRD &gt; Pegawai</a:t>
            </a:r>
          </a:p>
        </p:txBody>
      </p:sp>
      <p:sp>
        <p:nvSpPr>
          <p:cNvPr id="6" name="text-0.912553002342822">
            <a:extLst xmlns:a="http://schemas.openxmlformats.org/drawingml/2006/main">
              <a:ext uri="{FF2B5EF4-FFF2-40B4-BE49-F238E27FC236}">
                <a16:creationId xmlns:a16="http://schemas.microsoft.com/office/drawing/2014/main" id="{B9CEA0E0-2A6F-4D39-A8CB-591618A3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8706758557277124">
            <a:extLst xmlns:a="http://schemas.openxmlformats.org/drawingml/2006/main">
              <a:ext uri="{FF2B5EF4-FFF2-40B4-BE49-F238E27FC236}">
                <a16:creationId xmlns:a16="http://schemas.microsoft.com/office/drawing/2014/main" id="{D4CB02D0-6837-4E8E-BA99-22B60CC2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LAYAR LIVE</a:t>
            </a:r>
          </a:p>
        </p:txBody>
      </p:sp>
      <p:sp>
        <p:nvSpPr>
          <p:cNvPr id="8" name="text-0.23047984227229978">
            <a:extLst xmlns:a="http://schemas.openxmlformats.org/drawingml/2006/main">
              <a:ext uri="{FF2B5EF4-FFF2-40B4-BE49-F238E27FC236}">
                <a16:creationId xmlns:a16="http://schemas.microsoft.com/office/drawing/2014/main" id="{FA451491-10BD-4018-9730-2CA463CD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7230923608744939">
            <a:extLst xmlns:a="http://schemas.openxmlformats.org/drawingml/2006/main">
              <a:ext uri="{FF2B5EF4-FFF2-40B4-BE49-F238E27FC236}">
                <a16:creationId xmlns:a16="http://schemas.microsoft.com/office/drawing/2014/main" id="{7F788530-1B15-4236-9BC9-C221D40B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6645423360225622">
            <a:extLst xmlns:a="http://schemas.openxmlformats.org/drawingml/2006/main">
              <a:ext uri="{FF2B5EF4-FFF2-40B4-BE49-F238E27FC236}">
                <a16:creationId xmlns:a16="http://schemas.microsoft.com/office/drawing/2014/main" id="{7A78C2E0-7CAF-40C5-B77B-815C5934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Live ABChicken 29-09-2026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34-sdm-hrd.png</a:t>
            </a:r>
          </a:p>
        </p:txBody>
      </p:sp>
      <p:sp>
        <p:nvSpPr>
          <p:cNvPr id="11" name="text-0.44953612987435676">
            <a:extLst xmlns:a="http://schemas.openxmlformats.org/drawingml/2006/main">
              <a:ext uri="{FF2B5EF4-FFF2-40B4-BE49-F238E27FC236}">
                <a16:creationId xmlns:a16="http://schemas.microsoft.com/office/drawing/2014/main" id="{6EF2750D-7B10-4126-9C9C-E5A41433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35/60</a:t>
            </a:r>
          </a:p>
        </p:txBody>
      </p:sp>
    </p:spTree>
    <p:extLst>
      <p:ext uri="{BB962C8B-B14F-4D97-AF65-F5344CB8AC3E}">
        <p14:creationId xmlns:p14="http://schemas.microsoft.com/office/powerpoint/2010/main" val="77086937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AF0DE9-915B-4413-A664-353052B4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4865779985715234">
            <a:extLst xmlns:a="http://schemas.openxmlformats.org/drawingml/2006/main">
              <a:ext uri="{FF2B5EF4-FFF2-40B4-BE49-F238E27FC236}">
                <a16:creationId xmlns:a16="http://schemas.microsoft.com/office/drawing/2014/main" id="{AF18E889-8860-4D31-92A4-65A777EE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87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DKB-34 7 Pengajian dan lembur berdasarkan surat perintah/persetujuan atasan-&gt; jika tidak ada, dianggap tidak lembur (tidak untuk pencairan lembur)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55eb4be77347b0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6848107330509101">
            <a:extLst xmlns:a="http://schemas.openxmlformats.org/drawingml/2006/main">
              <a:ext uri="{FF2B5EF4-FFF2-40B4-BE49-F238E27FC236}">
                <a16:creationId xmlns:a16="http://schemas.microsoft.com/office/drawing/2014/main" id="{41FC5ECA-314E-4A64-B70E-B2945552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13384854123465295">
            <a:extLst xmlns:a="http://schemas.openxmlformats.org/drawingml/2006/main">
              <a:ext uri="{FF2B5EF4-FFF2-40B4-BE49-F238E27FC236}">
                <a16:creationId xmlns:a16="http://schemas.microsoft.com/office/drawing/2014/main" id="{8CEAA610-EA5D-43CB-9EB1-FCB5F222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SDM / HRD &gt; Payroll</a:t>
            </a:r>
          </a:p>
        </p:txBody>
      </p:sp>
      <p:sp>
        <p:nvSpPr>
          <p:cNvPr id="6" name="text-0.07802064668302766">
            <a:extLst xmlns:a="http://schemas.openxmlformats.org/drawingml/2006/main">
              <a:ext uri="{FF2B5EF4-FFF2-40B4-BE49-F238E27FC236}">
                <a16:creationId xmlns:a16="http://schemas.microsoft.com/office/drawing/2014/main" id="{6076FCED-7B43-4D1C-B850-0677D563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3974813616287255">
            <a:extLst xmlns:a="http://schemas.openxmlformats.org/drawingml/2006/main">
              <a:ext uri="{FF2B5EF4-FFF2-40B4-BE49-F238E27FC236}">
                <a16:creationId xmlns:a16="http://schemas.microsoft.com/office/drawing/2014/main" id="{40FFB1DF-F89D-4FA3-82DB-33A94AF4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LAYAR LIVE</a:t>
            </a:r>
          </a:p>
        </p:txBody>
      </p:sp>
      <p:sp>
        <p:nvSpPr>
          <p:cNvPr id="8" name="text-0.9128992108372221">
            <a:extLst xmlns:a="http://schemas.openxmlformats.org/drawingml/2006/main">
              <a:ext uri="{FF2B5EF4-FFF2-40B4-BE49-F238E27FC236}">
                <a16:creationId xmlns:a16="http://schemas.microsoft.com/office/drawing/2014/main" id="{5DA962E2-2FF4-43C1-B571-D0EFC3C7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41069863984256727">
            <a:extLst xmlns:a="http://schemas.openxmlformats.org/drawingml/2006/main">
              <a:ext uri="{FF2B5EF4-FFF2-40B4-BE49-F238E27FC236}">
                <a16:creationId xmlns:a16="http://schemas.microsoft.com/office/drawing/2014/main" id="{23C4EF80-8DDF-43F1-AB98-4CE3B4A4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40784930110526896">
            <a:extLst xmlns:a="http://schemas.openxmlformats.org/drawingml/2006/main">
              <a:ext uri="{FF2B5EF4-FFF2-40B4-BE49-F238E27FC236}">
                <a16:creationId xmlns:a16="http://schemas.microsoft.com/office/drawing/2014/main" id="{E7C3DE88-A39B-48AC-B593-D205E281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Live ABChicken 29-09-2026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34-hrd-payroll.png</a:t>
            </a:r>
          </a:p>
        </p:txBody>
      </p:sp>
      <p:sp>
        <p:nvSpPr>
          <p:cNvPr id="11" name="text-0.6540171681680242">
            <a:extLst xmlns:a="http://schemas.openxmlformats.org/drawingml/2006/main">
              <a:ext uri="{FF2B5EF4-FFF2-40B4-BE49-F238E27FC236}">
                <a16:creationId xmlns:a16="http://schemas.microsoft.com/office/drawing/2014/main" id="{5F871D41-E964-495D-9518-8FC4E926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36/60</a:t>
            </a:r>
          </a:p>
        </p:txBody>
      </p:sp>
    </p:spTree>
    <p:extLst>
      <p:ext uri="{BB962C8B-B14F-4D97-AF65-F5344CB8AC3E}">
        <p14:creationId xmlns:p14="http://schemas.microsoft.com/office/powerpoint/2010/main" val="20906694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A143B3-3193-4601-B6D8-C9EED2A2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9203738271058659">
            <a:extLst xmlns:a="http://schemas.openxmlformats.org/drawingml/2006/main">
              <a:ext uri="{FF2B5EF4-FFF2-40B4-BE49-F238E27FC236}">
                <a16:creationId xmlns:a16="http://schemas.microsoft.com/office/drawing/2014/main" id="{A4BB1A9D-1181-4828-BB52-52019C68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1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DKB-35 Jenjang kenaikan gaji disesuaikan berdasarkan masa kerja atau persentase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5a0de96c6343c0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7052223887971336">
            <a:extLst xmlns:a="http://schemas.openxmlformats.org/drawingml/2006/main">
              <a:ext uri="{FF2B5EF4-FFF2-40B4-BE49-F238E27FC236}">
                <a16:creationId xmlns:a16="http://schemas.microsoft.com/office/drawing/2014/main" id="{7FC558C2-2912-4029-B0D5-4BF7063C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43328394833855466">
            <a:extLst xmlns:a="http://schemas.openxmlformats.org/drawingml/2006/main">
              <a:ext uri="{FF2B5EF4-FFF2-40B4-BE49-F238E27FC236}">
                <a16:creationId xmlns:a16="http://schemas.microsoft.com/office/drawing/2014/main" id="{CF68EB76-5DE4-4BA6-B88E-68503D22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SDM / HRD &gt; Payroll &gt; Jenjang Gaji</a:t>
            </a:r>
          </a:p>
        </p:txBody>
      </p:sp>
      <p:sp>
        <p:nvSpPr>
          <p:cNvPr id="6" name="text-0.21687101474970505">
            <a:extLst xmlns:a="http://schemas.openxmlformats.org/drawingml/2006/main">
              <a:ext uri="{FF2B5EF4-FFF2-40B4-BE49-F238E27FC236}">
                <a16:creationId xmlns:a16="http://schemas.microsoft.com/office/drawing/2014/main" id="{28CE5591-BDB2-4B4F-B584-0FA8C813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7467666744548523">
            <a:extLst xmlns:a="http://schemas.openxmlformats.org/drawingml/2006/main">
              <a:ext uri="{FF2B5EF4-FFF2-40B4-BE49-F238E27FC236}">
                <a16:creationId xmlns:a16="http://schemas.microsoft.com/office/drawing/2014/main" id="{68BB121F-2EEF-404F-A714-0F918012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LAYAR LIVE</a:t>
            </a:r>
          </a:p>
        </p:txBody>
      </p:sp>
      <p:sp>
        <p:nvSpPr>
          <p:cNvPr id="8" name="text-0.7206565369059778">
            <a:extLst xmlns:a="http://schemas.openxmlformats.org/drawingml/2006/main">
              <a:ext uri="{FF2B5EF4-FFF2-40B4-BE49-F238E27FC236}">
                <a16:creationId xmlns:a16="http://schemas.microsoft.com/office/drawing/2014/main" id="{D5C0AD8A-8EEF-4A61-86AC-0313E0BB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2403729235993265">
            <a:extLst xmlns:a="http://schemas.openxmlformats.org/drawingml/2006/main">
              <a:ext uri="{FF2B5EF4-FFF2-40B4-BE49-F238E27FC236}">
                <a16:creationId xmlns:a16="http://schemas.microsoft.com/office/drawing/2014/main" id="{8AA3CDF9-5128-4747-AD9F-3515844C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6828874550484635">
            <a:extLst xmlns:a="http://schemas.openxmlformats.org/drawingml/2006/main">
              <a:ext uri="{FF2B5EF4-FFF2-40B4-BE49-F238E27FC236}">
                <a16:creationId xmlns:a16="http://schemas.microsoft.com/office/drawing/2014/main" id="{3A3FF468-DDC9-499C-8D8B-5C15291A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Live ABChicken 29-09-2026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34-hrd-karier-gaji.png</a:t>
            </a:r>
          </a:p>
        </p:txBody>
      </p:sp>
      <p:sp>
        <p:nvSpPr>
          <p:cNvPr id="11" name="text-0.8433815560987424">
            <a:extLst xmlns:a="http://schemas.openxmlformats.org/drawingml/2006/main">
              <a:ext uri="{FF2B5EF4-FFF2-40B4-BE49-F238E27FC236}">
                <a16:creationId xmlns:a16="http://schemas.microsoft.com/office/drawing/2014/main" id="{E19D7854-B6FC-40D1-B31D-E916BC65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37/60</a:t>
            </a:r>
          </a:p>
        </p:txBody>
      </p:sp>
    </p:spTree>
    <p:extLst>
      <p:ext uri="{BB962C8B-B14F-4D97-AF65-F5344CB8AC3E}">
        <p14:creationId xmlns:p14="http://schemas.microsoft.com/office/powerpoint/2010/main" val="96631442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DC12F8-45AA-4937-A971-015E387C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25175041677333954">
            <a:extLst xmlns:a="http://schemas.openxmlformats.org/drawingml/2006/main">
              <a:ext uri="{FF2B5EF4-FFF2-40B4-BE49-F238E27FC236}">
                <a16:creationId xmlns:a16="http://schemas.microsoft.com/office/drawing/2014/main" id="{BA1A0EA2-166E-4DFD-845C-C4F10A1C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87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DKB-36 Bisa integrasi data kasbon dan segala bentuk potongan ke dalam slip gaji tanpa harus menginput manual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30db07b3374ef8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3321323457729447">
            <a:extLst xmlns:a="http://schemas.openxmlformats.org/drawingml/2006/main">
              <a:ext uri="{FF2B5EF4-FFF2-40B4-BE49-F238E27FC236}">
                <a16:creationId xmlns:a16="http://schemas.microsoft.com/office/drawing/2014/main" id="{4C05B7A9-EEEF-4F30-842E-4CBA93D4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2158786217765959">
            <a:extLst xmlns:a="http://schemas.openxmlformats.org/drawingml/2006/main">
              <a:ext uri="{FF2B5EF4-FFF2-40B4-BE49-F238E27FC236}">
                <a16:creationId xmlns:a16="http://schemas.microsoft.com/office/drawing/2014/main" id="{2CA14968-24CC-452C-8DF7-5B91EEA9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SDM / HRD &gt; Payroll</a:t>
            </a:r>
          </a:p>
        </p:txBody>
      </p:sp>
      <p:sp>
        <p:nvSpPr>
          <p:cNvPr id="6" name="text-0.750530556963939">
            <a:extLst xmlns:a="http://schemas.openxmlformats.org/drawingml/2006/main">
              <a:ext uri="{FF2B5EF4-FFF2-40B4-BE49-F238E27FC236}">
                <a16:creationId xmlns:a16="http://schemas.microsoft.com/office/drawing/2014/main" id="{DF9F3D25-BA38-45F7-945D-6E441BE9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05449855074938237">
            <a:extLst xmlns:a="http://schemas.openxmlformats.org/drawingml/2006/main">
              <a:ext uri="{FF2B5EF4-FFF2-40B4-BE49-F238E27FC236}">
                <a16:creationId xmlns:a16="http://schemas.microsoft.com/office/drawing/2014/main" id="{0BA90F0E-5BD4-4853-A443-AE76EB9E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LAYAR LIVE</a:t>
            </a:r>
          </a:p>
        </p:txBody>
      </p:sp>
      <p:sp>
        <p:nvSpPr>
          <p:cNvPr id="8" name="text-0.8684489817889193">
            <a:extLst xmlns:a="http://schemas.openxmlformats.org/drawingml/2006/main">
              <a:ext uri="{FF2B5EF4-FFF2-40B4-BE49-F238E27FC236}">
                <a16:creationId xmlns:a16="http://schemas.microsoft.com/office/drawing/2014/main" id="{9D8C5CE4-F47A-4D9B-876A-25ED1752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17199921592233935">
            <a:extLst xmlns:a="http://schemas.openxmlformats.org/drawingml/2006/main">
              <a:ext uri="{FF2B5EF4-FFF2-40B4-BE49-F238E27FC236}">
                <a16:creationId xmlns:a16="http://schemas.microsoft.com/office/drawing/2014/main" id="{6C42DD4D-29B3-4958-B62B-CEC64B5B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6740477526701785">
            <a:extLst xmlns:a="http://schemas.openxmlformats.org/drawingml/2006/main">
              <a:ext uri="{FF2B5EF4-FFF2-40B4-BE49-F238E27FC236}">
                <a16:creationId xmlns:a16="http://schemas.microsoft.com/office/drawing/2014/main" id="{B006CE7A-C5AB-4CDE-8297-396503CB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Live ABChicken 29-09-2026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34-hrd-payroll.png</a:t>
            </a:r>
          </a:p>
        </p:txBody>
      </p:sp>
      <p:sp>
        <p:nvSpPr>
          <p:cNvPr id="11" name="text-0.7565331762492609">
            <a:extLst xmlns:a="http://schemas.openxmlformats.org/drawingml/2006/main">
              <a:ext uri="{FF2B5EF4-FFF2-40B4-BE49-F238E27FC236}">
                <a16:creationId xmlns:a16="http://schemas.microsoft.com/office/drawing/2014/main" id="{E4DF0CC6-6E64-41C6-BDE9-60AA688D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38/60</a:t>
            </a:r>
          </a:p>
        </p:txBody>
      </p:sp>
    </p:spTree>
    <p:extLst>
      <p:ext uri="{BB962C8B-B14F-4D97-AF65-F5344CB8AC3E}">
        <p14:creationId xmlns:p14="http://schemas.microsoft.com/office/powerpoint/2010/main" val="20921814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375063-AD21-464C-8D51-ECF81682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1508091006089971">
            <a:extLst xmlns:a="http://schemas.openxmlformats.org/drawingml/2006/main">
              <a:ext uri="{FF2B5EF4-FFF2-40B4-BE49-F238E27FC236}">
                <a16:creationId xmlns:a16="http://schemas.microsoft.com/office/drawing/2014/main" id="{3C990C18-0823-4759-AB08-3F84D2B2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DKB-37 Sistem slip gaji mengakses mandiri di akun pribadi karyawan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d85110328d4208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3294017279858179">
            <a:extLst xmlns:a="http://schemas.openxmlformats.org/drawingml/2006/main">
              <a:ext uri="{FF2B5EF4-FFF2-40B4-BE49-F238E27FC236}">
                <a16:creationId xmlns:a16="http://schemas.microsoft.com/office/drawing/2014/main" id="{E1417436-3670-4A9D-AFC3-89D87A1D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8245151796646943">
            <a:extLst xmlns:a="http://schemas.openxmlformats.org/drawingml/2006/main">
              <a:ext uri="{FF2B5EF4-FFF2-40B4-BE49-F238E27FC236}">
                <a16:creationId xmlns:a16="http://schemas.microsoft.com/office/drawing/2014/main" id="{BE38DA99-DDDE-4BBD-8E96-92826575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SDM / HRD &gt; Payroll &gt; Slip Saya</a:t>
            </a:r>
          </a:p>
        </p:txBody>
      </p:sp>
      <p:sp>
        <p:nvSpPr>
          <p:cNvPr id="6" name="text-0.783012784644624">
            <a:extLst xmlns:a="http://schemas.openxmlformats.org/drawingml/2006/main">
              <a:ext uri="{FF2B5EF4-FFF2-40B4-BE49-F238E27FC236}">
                <a16:creationId xmlns:a16="http://schemas.microsoft.com/office/drawing/2014/main" id="{84DFA3D4-43CB-4435-A9E4-DC91690F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9795962430766253">
            <a:extLst xmlns:a="http://schemas.openxmlformats.org/drawingml/2006/main">
              <a:ext uri="{FF2B5EF4-FFF2-40B4-BE49-F238E27FC236}">
                <a16:creationId xmlns:a16="http://schemas.microsoft.com/office/drawing/2014/main" id="{242C3600-20AD-49AD-99B7-85E3C7ED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LAYAR LIVE</a:t>
            </a:r>
          </a:p>
        </p:txBody>
      </p:sp>
      <p:sp>
        <p:nvSpPr>
          <p:cNvPr id="8" name="text-0.02804460637094275">
            <a:extLst xmlns:a="http://schemas.openxmlformats.org/drawingml/2006/main">
              <a:ext uri="{FF2B5EF4-FFF2-40B4-BE49-F238E27FC236}">
                <a16:creationId xmlns:a16="http://schemas.microsoft.com/office/drawing/2014/main" id="{91902F7C-40B0-4411-BD50-BAEA401C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8162229271124276">
            <a:extLst xmlns:a="http://schemas.openxmlformats.org/drawingml/2006/main">
              <a:ext uri="{FF2B5EF4-FFF2-40B4-BE49-F238E27FC236}">
                <a16:creationId xmlns:a16="http://schemas.microsoft.com/office/drawing/2014/main" id="{632F07B8-8AC0-4588-870F-B588571D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05246554067724929">
            <a:extLst xmlns:a="http://schemas.openxmlformats.org/drawingml/2006/main">
              <a:ext uri="{FF2B5EF4-FFF2-40B4-BE49-F238E27FC236}">
                <a16:creationId xmlns:a16="http://schemas.microsoft.com/office/drawing/2014/main" id="{DDE2B607-DDE8-43A9-B864-FCBCD182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Live ABChicken 29-09-2026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34-hrd-payroll.png</a:t>
            </a:r>
          </a:p>
        </p:txBody>
      </p:sp>
      <p:sp>
        <p:nvSpPr>
          <p:cNvPr id="11" name="text-0.6463901367462896">
            <a:extLst xmlns:a="http://schemas.openxmlformats.org/drawingml/2006/main">
              <a:ext uri="{FF2B5EF4-FFF2-40B4-BE49-F238E27FC236}">
                <a16:creationId xmlns:a16="http://schemas.microsoft.com/office/drawing/2014/main" id="{50A63811-3447-4B4B-B702-4C2C6107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39/60</a:t>
            </a:r>
          </a:p>
        </p:txBody>
      </p:sp>
    </p:spTree>
    <p:extLst>
      <p:ext uri="{BB962C8B-B14F-4D97-AF65-F5344CB8AC3E}">
        <p14:creationId xmlns:p14="http://schemas.microsoft.com/office/powerpoint/2010/main" val="116340810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25EA81-F4AE-4148-895C-EAB50F17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1438488602732615">
            <a:extLst xmlns:a="http://schemas.openxmlformats.org/drawingml/2006/main">
              <a:ext uri="{FF2B5EF4-FFF2-40B4-BE49-F238E27FC236}">
                <a16:creationId xmlns:a16="http://schemas.microsoft.com/office/drawing/2014/main" id="{4EDF158A-14F8-479F-A1BA-D3DBB507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08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DKB-38 Setiap karyawan mendapatkan ID User sehingga presensi bisa ter-record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5952058f8848eb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06243885761443324">
            <a:extLst xmlns:a="http://schemas.openxmlformats.org/drawingml/2006/main">
              <a:ext uri="{FF2B5EF4-FFF2-40B4-BE49-F238E27FC236}">
                <a16:creationId xmlns:a16="http://schemas.microsoft.com/office/drawing/2014/main" id="{82BB523F-3EED-462D-B0DA-2FE0082B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9604844892362755">
            <a:extLst xmlns:a="http://schemas.openxmlformats.org/drawingml/2006/main">
              <a:ext uri="{FF2B5EF4-FFF2-40B4-BE49-F238E27FC236}">
                <a16:creationId xmlns:a16="http://schemas.microsoft.com/office/drawing/2014/main" id="{80728B24-63FF-44C1-BF3A-D70592EA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SDM / HRD &gt; Pegawai</a:t>
            </a:r>
          </a:p>
        </p:txBody>
      </p:sp>
      <p:sp>
        <p:nvSpPr>
          <p:cNvPr id="6" name="text-0.667484678781947">
            <a:extLst xmlns:a="http://schemas.openxmlformats.org/drawingml/2006/main">
              <a:ext uri="{FF2B5EF4-FFF2-40B4-BE49-F238E27FC236}">
                <a16:creationId xmlns:a16="http://schemas.microsoft.com/office/drawing/2014/main" id="{13859E98-A795-4DB3-9DE5-A599AD75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15457409273958167">
            <a:extLst xmlns:a="http://schemas.openxmlformats.org/drawingml/2006/main">
              <a:ext uri="{FF2B5EF4-FFF2-40B4-BE49-F238E27FC236}">
                <a16:creationId xmlns:a16="http://schemas.microsoft.com/office/drawing/2014/main" id="{B73623DA-EA9A-4595-9119-FE01A15F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LAYAR LIVE</a:t>
            </a:r>
          </a:p>
        </p:txBody>
      </p:sp>
      <p:sp>
        <p:nvSpPr>
          <p:cNvPr id="8" name="text-0.47704040605000164">
            <a:extLst xmlns:a="http://schemas.openxmlformats.org/drawingml/2006/main">
              <a:ext uri="{FF2B5EF4-FFF2-40B4-BE49-F238E27FC236}">
                <a16:creationId xmlns:a16="http://schemas.microsoft.com/office/drawing/2014/main" id="{270BB264-F086-4723-A41F-B85A0A0D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9940639305708352">
            <a:extLst xmlns:a="http://schemas.openxmlformats.org/drawingml/2006/main">
              <a:ext uri="{FF2B5EF4-FFF2-40B4-BE49-F238E27FC236}">
                <a16:creationId xmlns:a16="http://schemas.microsoft.com/office/drawing/2014/main" id="{E0136CCE-B143-4995-90AD-46BC7904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05706853185598737">
            <a:extLst xmlns:a="http://schemas.openxmlformats.org/drawingml/2006/main">
              <a:ext uri="{FF2B5EF4-FFF2-40B4-BE49-F238E27FC236}">
                <a16:creationId xmlns:a16="http://schemas.microsoft.com/office/drawing/2014/main" id="{EE976643-70EE-4FAF-A2DA-FD8B8C62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Live ABChicken 29-09-2026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34-sdm-hrd.png</a:t>
            </a:r>
          </a:p>
        </p:txBody>
      </p:sp>
      <p:sp>
        <p:nvSpPr>
          <p:cNvPr id="11" name="text-0.5932206396169372">
            <a:extLst xmlns:a="http://schemas.openxmlformats.org/drawingml/2006/main">
              <a:ext uri="{FF2B5EF4-FFF2-40B4-BE49-F238E27FC236}">
                <a16:creationId xmlns:a16="http://schemas.microsoft.com/office/drawing/2014/main" id="{2B4E1889-03BB-4B08-A7CF-3C2FDEE3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40/60</a:t>
            </a:r>
          </a:p>
        </p:txBody>
      </p:sp>
    </p:spTree>
    <p:extLst>
      <p:ext uri="{BB962C8B-B14F-4D97-AF65-F5344CB8AC3E}">
        <p14:creationId xmlns:p14="http://schemas.microsoft.com/office/powerpoint/2010/main" val="42423874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9A9696-9895-4B81-B6BD-A2403E19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7822906920345207">
            <a:extLst xmlns:a="http://schemas.openxmlformats.org/drawingml/2006/main">
              <a:ext uri="{FF2B5EF4-FFF2-40B4-BE49-F238E27FC236}">
                <a16:creationId xmlns:a16="http://schemas.microsoft.com/office/drawing/2014/main" id="{E1662A1C-66B8-4E05-A3D5-9340C37E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87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DKB-39 12 Setiap tim lapangan yang visit ke outlet untuk pendampingan akan mendapatkan notes minusan secara otomatis setelah mendapatkan verifikasi audit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77bfa42d364fbd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4096229123535752">
            <a:extLst xmlns:a="http://schemas.openxmlformats.org/drawingml/2006/main">
              <a:ext uri="{FF2B5EF4-FFF2-40B4-BE49-F238E27FC236}">
                <a16:creationId xmlns:a16="http://schemas.microsoft.com/office/drawing/2014/main" id="{E293254C-3EAB-4629-AE6B-FA702D4C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13482719758285577">
            <a:extLst xmlns:a="http://schemas.openxmlformats.org/drawingml/2006/main">
              <a:ext uri="{FF2B5EF4-FFF2-40B4-BE49-F238E27FC236}">
                <a16:creationId xmlns:a16="http://schemas.microsoft.com/office/drawing/2014/main" id="{E762F41A-CAAC-4CB3-A74D-A93BDC34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SDM / HRD &gt; Aturan Potongan</a:t>
            </a:r>
          </a:p>
        </p:txBody>
      </p:sp>
      <p:sp>
        <p:nvSpPr>
          <p:cNvPr id="6" name="text-0.45964565870683516">
            <a:extLst xmlns:a="http://schemas.openxmlformats.org/drawingml/2006/main">
              <a:ext uri="{FF2B5EF4-FFF2-40B4-BE49-F238E27FC236}">
                <a16:creationId xmlns:a16="http://schemas.microsoft.com/office/drawing/2014/main" id="{915F5B13-6126-43D1-AA31-F80F3EF1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798507718916879">
            <a:extLst xmlns:a="http://schemas.openxmlformats.org/drawingml/2006/main">
              <a:ext uri="{FF2B5EF4-FFF2-40B4-BE49-F238E27FC236}">
                <a16:creationId xmlns:a16="http://schemas.microsoft.com/office/drawing/2014/main" id="{D94BF1AE-38F7-48CC-BDBE-72F169F3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LAYAR LIVE</a:t>
            </a:r>
          </a:p>
        </p:txBody>
      </p:sp>
      <p:sp>
        <p:nvSpPr>
          <p:cNvPr id="8" name="text-0.9155203913656761">
            <a:extLst xmlns:a="http://schemas.openxmlformats.org/drawingml/2006/main">
              <a:ext uri="{FF2B5EF4-FFF2-40B4-BE49-F238E27FC236}">
                <a16:creationId xmlns:a16="http://schemas.microsoft.com/office/drawing/2014/main" id="{630BDFEB-C585-49B2-BB0B-B696AE81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28078620221096706">
            <a:extLst xmlns:a="http://schemas.openxmlformats.org/drawingml/2006/main">
              <a:ext uri="{FF2B5EF4-FFF2-40B4-BE49-F238E27FC236}">
                <a16:creationId xmlns:a16="http://schemas.microsoft.com/office/drawing/2014/main" id="{FB4F6767-D379-49CA-BAB1-5932C329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019698102355789726">
            <a:extLst xmlns:a="http://schemas.openxmlformats.org/drawingml/2006/main">
              <a:ext uri="{FF2B5EF4-FFF2-40B4-BE49-F238E27FC236}">
                <a16:creationId xmlns:a16="http://schemas.microsoft.com/office/drawing/2014/main" id="{B824590E-C7E2-43C1-9F7D-0435E094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Live ABChicken 29-09-2026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34-hrd-master-hrd.png</a:t>
            </a:r>
          </a:p>
        </p:txBody>
      </p:sp>
      <p:sp>
        <p:nvSpPr>
          <p:cNvPr id="11" name="text-0.3867775359695901">
            <a:extLst xmlns:a="http://schemas.openxmlformats.org/drawingml/2006/main">
              <a:ext uri="{FF2B5EF4-FFF2-40B4-BE49-F238E27FC236}">
                <a16:creationId xmlns:a16="http://schemas.microsoft.com/office/drawing/2014/main" id="{8F43771A-CA4E-471B-9F02-2E3E4545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41/60</a:t>
            </a:r>
          </a:p>
        </p:txBody>
      </p:sp>
    </p:spTree>
    <p:extLst>
      <p:ext uri="{BB962C8B-B14F-4D97-AF65-F5344CB8AC3E}">
        <p14:creationId xmlns:p14="http://schemas.microsoft.com/office/powerpoint/2010/main" val="143212779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ED814A-B834-4989-9B87-57EA3DF0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616251314903731">
            <a:extLst xmlns:a="http://schemas.openxmlformats.org/drawingml/2006/main">
              <a:ext uri="{FF2B5EF4-FFF2-40B4-BE49-F238E27FC236}">
                <a16:creationId xmlns:a16="http://schemas.microsoft.com/office/drawing/2014/main" id="{7ECE7EE7-9725-47FC-8D9E-50C9D46E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DKB-40 Karyawan yang tercatat resign dadakan kena potong gaji 50%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cb13b2ca104236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7503576384709043">
            <a:extLst xmlns:a="http://schemas.openxmlformats.org/drawingml/2006/main">
              <a:ext uri="{FF2B5EF4-FFF2-40B4-BE49-F238E27FC236}">
                <a16:creationId xmlns:a16="http://schemas.microsoft.com/office/drawing/2014/main" id="{D93FE1DF-82A0-427E-97DD-339E9E2A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5894303075931193">
            <a:extLst xmlns:a="http://schemas.openxmlformats.org/drawingml/2006/main">
              <a:ext uri="{FF2B5EF4-FFF2-40B4-BE49-F238E27FC236}">
                <a16:creationId xmlns:a16="http://schemas.microsoft.com/office/drawing/2014/main" id="{1D45A1B3-BA23-4AE3-8640-8BDC4EA7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SDM / HRD &gt; Aturan Potongan</a:t>
            </a:r>
          </a:p>
        </p:txBody>
      </p:sp>
      <p:sp>
        <p:nvSpPr>
          <p:cNvPr id="6" name="text-0.507028799153199">
            <a:extLst xmlns:a="http://schemas.openxmlformats.org/drawingml/2006/main">
              <a:ext uri="{FF2B5EF4-FFF2-40B4-BE49-F238E27FC236}">
                <a16:creationId xmlns:a16="http://schemas.microsoft.com/office/drawing/2014/main" id="{AF571511-784F-4175-AE3A-9D24D50F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7630345618789828">
            <a:extLst xmlns:a="http://schemas.openxmlformats.org/drawingml/2006/main">
              <a:ext uri="{FF2B5EF4-FFF2-40B4-BE49-F238E27FC236}">
                <a16:creationId xmlns:a16="http://schemas.microsoft.com/office/drawing/2014/main" id="{EAD67CB6-A534-4243-B500-91F14ACD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LAYAR LIVE</a:t>
            </a:r>
          </a:p>
        </p:txBody>
      </p:sp>
      <p:sp>
        <p:nvSpPr>
          <p:cNvPr id="8" name="text-0.5715186376286485">
            <a:extLst xmlns:a="http://schemas.openxmlformats.org/drawingml/2006/main">
              <a:ext uri="{FF2B5EF4-FFF2-40B4-BE49-F238E27FC236}">
                <a16:creationId xmlns:a16="http://schemas.microsoft.com/office/drawing/2014/main" id="{0803E752-74B5-48D9-9DBA-3A8EB1DF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9284376784763697">
            <a:extLst xmlns:a="http://schemas.openxmlformats.org/drawingml/2006/main">
              <a:ext uri="{FF2B5EF4-FFF2-40B4-BE49-F238E27FC236}">
                <a16:creationId xmlns:a16="http://schemas.microsoft.com/office/drawing/2014/main" id="{CA0FC1B1-7525-4B8B-9CC8-9868466A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4034094925245535">
            <a:extLst xmlns:a="http://schemas.openxmlformats.org/drawingml/2006/main">
              <a:ext uri="{FF2B5EF4-FFF2-40B4-BE49-F238E27FC236}">
                <a16:creationId xmlns:a16="http://schemas.microsoft.com/office/drawing/2014/main" id="{D8516DEB-A335-4F47-90A5-D4534252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Live ABChicken 29-09-2026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34-hrd-master-hrd.png</a:t>
            </a:r>
          </a:p>
        </p:txBody>
      </p:sp>
      <p:sp>
        <p:nvSpPr>
          <p:cNvPr id="11" name="text-0.8779151934805252">
            <a:extLst xmlns:a="http://schemas.openxmlformats.org/drawingml/2006/main">
              <a:ext uri="{FF2B5EF4-FFF2-40B4-BE49-F238E27FC236}">
                <a16:creationId xmlns:a16="http://schemas.microsoft.com/office/drawing/2014/main" id="{42779B7F-4519-42E3-8690-FE85E619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42/60</a:t>
            </a:r>
          </a:p>
        </p:txBody>
      </p:sp>
    </p:spTree>
    <p:extLst>
      <p:ext uri="{BB962C8B-B14F-4D97-AF65-F5344CB8AC3E}">
        <p14:creationId xmlns:p14="http://schemas.microsoft.com/office/powerpoint/2010/main" val="629705772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4B03A8-49E3-4458-BC8C-14E292AE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8095057069256935">
            <a:extLst xmlns:a="http://schemas.openxmlformats.org/drawingml/2006/main">
              <a:ext uri="{FF2B5EF4-FFF2-40B4-BE49-F238E27FC236}">
                <a16:creationId xmlns:a16="http://schemas.microsoft.com/office/drawing/2014/main" id="{43FB34A7-5F83-472F-98DB-66AF8890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DKB-41 Karyawan masa kerja di bawah 10 hari tidak kena minusan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9a792b48fb4fac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7761408289004175">
            <a:extLst xmlns:a="http://schemas.openxmlformats.org/drawingml/2006/main">
              <a:ext uri="{FF2B5EF4-FFF2-40B4-BE49-F238E27FC236}">
                <a16:creationId xmlns:a16="http://schemas.microsoft.com/office/drawing/2014/main" id="{EF54E03E-E3ED-49FC-8922-CE474B71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32971672615299497">
            <a:extLst xmlns:a="http://schemas.openxmlformats.org/drawingml/2006/main">
              <a:ext uri="{FF2B5EF4-FFF2-40B4-BE49-F238E27FC236}">
                <a16:creationId xmlns:a16="http://schemas.microsoft.com/office/drawing/2014/main" id="{F944B2DB-90C9-4134-8856-72A5B5E0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SDM / HRD &gt; Aturan Potongan</a:t>
            </a:r>
          </a:p>
        </p:txBody>
      </p:sp>
      <p:sp>
        <p:nvSpPr>
          <p:cNvPr id="6" name="text-0.1748159816953525">
            <a:extLst xmlns:a="http://schemas.openxmlformats.org/drawingml/2006/main">
              <a:ext uri="{FF2B5EF4-FFF2-40B4-BE49-F238E27FC236}">
                <a16:creationId xmlns:a16="http://schemas.microsoft.com/office/drawing/2014/main" id="{C86F58ED-081D-481A-965D-EF51786C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0109379861460569">
            <a:extLst xmlns:a="http://schemas.openxmlformats.org/drawingml/2006/main">
              <a:ext uri="{FF2B5EF4-FFF2-40B4-BE49-F238E27FC236}">
                <a16:creationId xmlns:a16="http://schemas.microsoft.com/office/drawing/2014/main" id="{22BEC7B9-E611-479B-9F0E-998105BA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LAYAR LIVE</a:t>
            </a:r>
          </a:p>
        </p:txBody>
      </p:sp>
      <p:sp>
        <p:nvSpPr>
          <p:cNvPr id="8" name="text-0.16805339094198157">
            <a:extLst xmlns:a="http://schemas.openxmlformats.org/drawingml/2006/main">
              <a:ext uri="{FF2B5EF4-FFF2-40B4-BE49-F238E27FC236}">
                <a16:creationId xmlns:a16="http://schemas.microsoft.com/office/drawing/2014/main" id="{EB4F81A4-4402-4980-BDF7-9D3106F9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010369201857900134">
            <a:extLst xmlns:a="http://schemas.openxmlformats.org/drawingml/2006/main">
              <a:ext uri="{FF2B5EF4-FFF2-40B4-BE49-F238E27FC236}">
                <a16:creationId xmlns:a16="http://schemas.microsoft.com/office/drawing/2014/main" id="{68537384-8D42-4FEE-895F-B23A79A9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27691584045875794">
            <a:extLst xmlns:a="http://schemas.openxmlformats.org/drawingml/2006/main">
              <a:ext uri="{FF2B5EF4-FFF2-40B4-BE49-F238E27FC236}">
                <a16:creationId xmlns:a16="http://schemas.microsoft.com/office/drawing/2014/main" id="{21EC5600-B1A4-49F2-B41F-D9E98C18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Live ABChicken 29-09-2026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34-hrd-master-hrd.png</a:t>
            </a:r>
          </a:p>
        </p:txBody>
      </p:sp>
      <p:sp>
        <p:nvSpPr>
          <p:cNvPr id="11" name="text-0.15555052626303112">
            <a:extLst xmlns:a="http://schemas.openxmlformats.org/drawingml/2006/main">
              <a:ext uri="{FF2B5EF4-FFF2-40B4-BE49-F238E27FC236}">
                <a16:creationId xmlns:a16="http://schemas.microsoft.com/office/drawing/2014/main" id="{CB584082-CFC2-4CE5-AA0A-8BE2232E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43/60</a:t>
            </a:r>
          </a:p>
        </p:txBody>
      </p:sp>
    </p:spTree>
    <p:extLst>
      <p:ext uri="{BB962C8B-B14F-4D97-AF65-F5344CB8AC3E}">
        <p14:creationId xmlns:p14="http://schemas.microsoft.com/office/powerpoint/2010/main" val="294166948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68C571-8CED-4C42-BAD0-B114B5C8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9766836720401095">
            <a:extLst xmlns:a="http://schemas.openxmlformats.org/drawingml/2006/main">
              <a:ext uri="{FF2B5EF4-FFF2-40B4-BE49-F238E27FC236}">
                <a16:creationId xmlns:a16="http://schemas.microsoft.com/office/drawing/2014/main" id="{879D6406-D985-4D39-8055-8CC64313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DKB-42 Purchase Request (dari divisi gudang, packing, bd, rpa)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0568d7645f46a8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5952068313285412">
            <a:extLst xmlns:a="http://schemas.openxmlformats.org/drawingml/2006/main">
              <a:ext uri="{FF2B5EF4-FFF2-40B4-BE49-F238E27FC236}">
                <a16:creationId xmlns:a16="http://schemas.microsoft.com/office/drawing/2014/main" id="{B39B7518-2FBC-4C18-B1AF-EB280D50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743281705361467">
            <a:extLst xmlns:a="http://schemas.openxmlformats.org/drawingml/2006/main">
              <a:ext uri="{FF2B5EF4-FFF2-40B4-BE49-F238E27FC236}">
                <a16:creationId xmlns:a16="http://schemas.microsoft.com/office/drawing/2014/main" id="{83E7E2CF-4853-427A-A1F6-CFF9B6F7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Pengadaan &gt; PR</a:t>
            </a:r>
          </a:p>
        </p:txBody>
      </p:sp>
      <p:sp>
        <p:nvSpPr>
          <p:cNvPr id="6" name="text-0.10437574825574414">
            <a:extLst xmlns:a="http://schemas.openxmlformats.org/drawingml/2006/main">
              <a:ext uri="{FF2B5EF4-FFF2-40B4-BE49-F238E27FC236}">
                <a16:creationId xmlns:a16="http://schemas.microsoft.com/office/drawing/2014/main" id="{7F3B84D3-E3FC-4935-AF31-A7C52083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7512941829252884">
            <a:extLst xmlns:a="http://schemas.openxmlformats.org/drawingml/2006/main">
              <a:ext uri="{FF2B5EF4-FFF2-40B4-BE49-F238E27FC236}">
                <a16:creationId xmlns:a16="http://schemas.microsoft.com/office/drawing/2014/main" id="{533C7946-39D9-4711-A7B5-1696311C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LAYAR LIVE</a:t>
            </a:r>
          </a:p>
        </p:txBody>
      </p:sp>
      <p:sp>
        <p:nvSpPr>
          <p:cNvPr id="8" name="text-0.889563348767407">
            <a:extLst xmlns:a="http://schemas.openxmlformats.org/drawingml/2006/main">
              <a:ext uri="{FF2B5EF4-FFF2-40B4-BE49-F238E27FC236}">
                <a16:creationId xmlns:a16="http://schemas.microsoft.com/office/drawing/2014/main" id="{94E5EFA7-4D6E-4126-BDD8-2694EE56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6732575370482892">
            <a:extLst xmlns:a="http://schemas.openxmlformats.org/drawingml/2006/main">
              <a:ext uri="{FF2B5EF4-FFF2-40B4-BE49-F238E27FC236}">
                <a16:creationId xmlns:a16="http://schemas.microsoft.com/office/drawing/2014/main" id="{BC5FBAFB-35BA-4C08-A720-5C369980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5224699723190094">
            <a:extLst xmlns:a="http://schemas.openxmlformats.org/drawingml/2006/main">
              <a:ext uri="{FF2B5EF4-FFF2-40B4-BE49-F238E27FC236}">
                <a16:creationId xmlns:a16="http://schemas.microsoft.com/office/drawing/2014/main" id="{86E617ED-283C-4C19-9F3A-3C35FC66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Live ABChicken 29-09-2026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03-procurement_pr-50-record.png</a:t>
            </a:r>
          </a:p>
        </p:txBody>
      </p:sp>
      <p:sp>
        <p:nvSpPr>
          <p:cNvPr id="11" name="text-0.17582142567103476">
            <a:extLst xmlns:a="http://schemas.openxmlformats.org/drawingml/2006/main">
              <a:ext uri="{FF2B5EF4-FFF2-40B4-BE49-F238E27FC236}">
                <a16:creationId xmlns:a16="http://schemas.microsoft.com/office/drawing/2014/main" id="{94A419B4-57D3-48D9-8672-61325577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44/60</a:t>
            </a:r>
          </a:p>
        </p:txBody>
      </p:sp>
    </p:spTree>
    <p:extLst>
      <p:ext uri="{BB962C8B-B14F-4D97-AF65-F5344CB8AC3E}">
        <p14:creationId xmlns:p14="http://schemas.microsoft.com/office/powerpoint/2010/main" val="143589703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67EB0F-68E1-47BC-A53C-26569E5B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9196749868688879">
            <a:extLst xmlns:a="http://schemas.openxmlformats.org/drawingml/2006/main">
              <a:ext uri="{FF2B5EF4-FFF2-40B4-BE49-F238E27FC236}">
                <a16:creationId xmlns:a16="http://schemas.microsoft.com/office/drawing/2014/main" id="{744785B6-DF35-4AA5-A218-5EF05995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DKB-43 Laporan Purchase Request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06f08bd1e34a33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5871667007827815">
            <a:extLst xmlns:a="http://schemas.openxmlformats.org/drawingml/2006/main">
              <a:ext uri="{FF2B5EF4-FFF2-40B4-BE49-F238E27FC236}">
                <a16:creationId xmlns:a16="http://schemas.microsoft.com/office/drawing/2014/main" id="{B3F2E9D8-21C5-410F-A4F3-D9359F1C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18344573107820428">
            <a:extLst xmlns:a="http://schemas.openxmlformats.org/drawingml/2006/main">
              <a:ext uri="{FF2B5EF4-FFF2-40B4-BE49-F238E27FC236}">
                <a16:creationId xmlns:a16="http://schemas.microsoft.com/office/drawing/2014/main" id="{A36682E7-9A0E-4CF1-A7D7-CA897181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Pengadaan &gt; Laporan PR</a:t>
            </a:r>
          </a:p>
        </p:txBody>
      </p:sp>
      <p:sp>
        <p:nvSpPr>
          <p:cNvPr id="6" name="text-0.6995909268716394">
            <a:extLst xmlns:a="http://schemas.openxmlformats.org/drawingml/2006/main">
              <a:ext uri="{FF2B5EF4-FFF2-40B4-BE49-F238E27FC236}">
                <a16:creationId xmlns:a16="http://schemas.microsoft.com/office/drawing/2014/main" id="{2FA4A6CB-14F3-4607-90B9-19681298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013060047628651206">
            <a:extLst xmlns:a="http://schemas.openxmlformats.org/drawingml/2006/main">
              <a:ext uri="{FF2B5EF4-FFF2-40B4-BE49-F238E27FC236}">
                <a16:creationId xmlns:a16="http://schemas.microsoft.com/office/drawing/2014/main" id="{0CF88EE6-226A-47B2-9913-27611E96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REFERENSI UAT UI</a:t>
            </a:r>
          </a:p>
        </p:txBody>
      </p:sp>
      <p:sp>
        <p:nvSpPr>
          <p:cNvPr id="8" name="text-0.45501896934687036">
            <a:extLst xmlns:a="http://schemas.openxmlformats.org/drawingml/2006/main">
              <a:ext uri="{FF2B5EF4-FFF2-40B4-BE49-F238E27FC236}">
                <a16:creationId xmlns:a16="http://schemas.microsoft.com/office/drawing/2014/main" id="{7A5557A0-3F06-46E9-8B5C-0BC021F5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2715841767736247">
            <a:extLst xmlns:a="http://schemas.openxmlformats.org/drawingml/2006/main">
              <a:ext uri="{FF2B5EF4-FFF2-40B4-BE49-F238E27FC236}">
                <a16:creationId xmlns:a16="http://schemas.microsoft.com/office/drawing/2014/main" id="{00850200-F334-4331-B4FC-0C8498A9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8538485669693957">
            <a:extLst xmlns:a="http://schemas.openxmlformats.org/drawingml/2006/main">
              <a:ext uri="{FF2B5EF4-FFF2-40B4-BE49-F238E27FC236}">
                <a16:creationId xmlns:a16="http://schemas.microsoft.com/office/drawing/2014/main" id="{A8272140-1DA6-47DB-B4BE-9D9E1A1A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UAT UI 10-09-2026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04-pr-daftar-100-dokumen.png</a:t>
            </a:r>
          </a:p>
        </p:txBody>
      </p:sp>
      <p:sp>
        <p:nvSpPr>
          <p:cNvPr id="11" name="text-0.8397593842408683">
            <a:extLst xmlns:a="http://schemas.openxmlformats.org/drawingml/2006/main">
              <a:ext uri="{FF2B5EF4-FFF2-40B4-BE49-F238E27FC236}">
                <a16:creationId xmlns:a16="http://schemas.microsoft.com/office/drawing/2014/main" id="{90712F97-44F4-4C27-880D-5A105864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45/60</a:t>
            </a:r>
          </a:p>
        </p:txBody>
      </p:sp>
    </p:spTree>
    <p:extLst>
      <p:ext uri="{BB962C8B-B14F-4D97-AF65-F5344CB8AC3E}">
        <p14:creationId xmlns:p14="http://schemas.microsoft.com/office/powerpoint/2010/main" val="450230941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CC8867-BD87-42DC-99E3-F4925DFB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7708398093139186">
            <a:extLst xmlns:a="http://schemas.openxmlformats.org/drawingml/2006/main">
              <a:ext uri="{FF2B5EF4-FFF2-40B4-BE49-F238E27FC236}">
                <a16:creationId xmlns:a16="http://schemas.microsoft.com/office/drawing/2014/main" id="{EF600296-E42E-4EFB-8B1A-37182741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DKB-44 List Data Supplier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16548df30b4655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0220420578923064">
            <a:extLst xmlns:a="http://schemas.openxmlformats.org/drawingml/2006/main">
              <a:ext uri="{FF2B5EF4-FFF2-40B4-BE49-F238E27FC236}">
                <a16:creationId xmlns:a16="http://schemas.microsoft.com/office/drawing/2014/main" id="{BB4662A7-5A1D-4B13-9EC0-B6519885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5439981574642963">
            <a:extLst xmlns:a="http://schemas.openxmlformats.org/drawingml/2006/main">
              <a:ext uri="{FF2B5EF4-FFF2-40B4-BE49-F238E27FC236}">
                <a16:creationId xmlns:a16="http://schemas.microsoft.com/office/drawing/2014/main" id="{FC6CC39D-352B-44EB-9E11-E8A06E8E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Master Data &gt; Pemasok</a:t>
            </a:r>
          </a:p>
        </p:txBody>
      </p:sp>
      <p:sp>
        <p:nvSpPr>
          <p:cNvPr id="6" name="text-0.014323657984352423">
            <a:extLst xmlns:a="http://schemas.openxmlformats.org/drawingml/2006/main">
              <a:ext uri="{FF2B5EF4-FFF2-40B4-BE49-F238E27FC236}">
                <a16:creationId xmlns:a16="http://schemas.microsoft.com/office/drawing/2014/main" id="{9B9BAF02-2194-4C0E-A671-9BCA70F0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8592908769277966">
            <a:extLst xmlns:a="http://schemas.openxmlformats.org/drawingml/2006/main">
              <a:ext uri="{FF2B5EF4-FFF2-40B4-BE49-F238E27FC236}">
                <a16:creationId xmlns:a16="http://schemas.microsoft.com/office/drawing/2014/main" id="{EC05A106-9679-4AB3-80B8-C8136C62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LAYAR LIVE</a:t>
            </a:r>
          </a:p>
        </p:txBody>
      </p:sp>
      <p:sp>
        <p:nvSpPr>
          <p:cNvPr id="8" name="text-0.43083497421245054">
            <a:extLst xmlns:a="http://schemas.openxmlformats.org/drawingml/2006/main">
              <a:ext uri="{FF2B5EF4-FFF2-40B4-BE49-F238E27FC236}">
                <a16:creationId xmlns:a16="http://schemas.microsoft.com/office/drawing/2014/main" id="{BD78E268-B693-41B5-BCA2-ECB65E64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9299180934868455">
            <a:extLst xmlns:a="http://schemas.openxmlformats.org/drawingml/2006/main">
              <a:ext uri="{FF2B5EF4-FFF2-40B4-BE49-F238E27FC236}">
                <a16:creationId xmlns:a16="http://schemas.microsoft.com/office/drawing/2014/main" id="{1380396A-9EDF-4B1A-945B-2A4611E3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3028279308970123">
            <a:extLst xmlns:a="http://schemas.openxmlformats.org/drawingml/2006/main">
              <a:ext uri="{FF2B5EF4-FFF2-40B4-BE49-F238E27FC236}">
                <a16:creationId xmlns:a16="http://schemas.microsoft.com/office/drawing/2014/main" id="{1FA4B588-87F4-428D-BE8E-793F572A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Live ABChicken 29-09-2026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45-master-supplier.png</a:t>
            </a:r>
          </a:p>
        </p:txBody>
      </p:sp>
      <p:sp>
        <p:nvSpPr>
          <p:cNvPr id="11" name="text-0.319554441738071">
            <a:extLst xmlns:a="http://schemas.openxmlformats.org/drawingml/2006/main">
              <a:ext uri="{FF2B5EF4-FFF2-40B4-BE49-F238E27FC236}">
                <a16:creationId xmlns:a16="http://schemas.microsoft.com/office/drawing/2014/main" id="{5A75648C-C2CD-4AA1-AB00-C3B1D57B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46/60</a:t>
            </a:r>
          </a:p>
        </p:txBody>
      </p:sp>
    </p:spTree>
    <p:extLst>
      <p:ext uri="{BB962C8B-B14F-4D97-AF65-F5344CB8AC3E}">
        <p14:creationId xmlns:p14="http://schemas.microsoft.com/office/powerpoint/2010/main" val="1997177057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B464A3-6301-42CD-9007-A935ED82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030177619518572008">
            <a:extLst xmlns:a="http://schemas.openxmlformats.org/drawingml/2006/main">
              <a:ext uri="{FF2B5EF4-FFF2-40B4-BE49-F238E27FC236}">
                <a16:creationId xmlns:a16="http://schemas.microsoft.com/office/drawing/2014/main" id="{D63D2684-34AB-4006-B229-6F5BBC54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DKB-45 Daftar Pembelian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c4809e805b4793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7127679436419921">
            <a:extLst xmlns:a="http://schemas.openxmlformats.org/drawingml/2006/main">
              <a:ext uri="{FF2B5EF4-FFF2-40B4-BE49-F238E27FC236}">
                <a16:creationId xmlns:a16="http://schemas.microsoft.com/office/drawing/2014/main" id="{8C231690-A82E-4B8A-AB8E-5524CDC8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41020808778819673">
            <a:extLst xmlns:a="http://schemas.openxmlformats.org/drawingml/2006/main">
              <a:ext uri="{FF2B5EF4-FFF2-40B4-BE49-F238E27FC236}">
                <a16:creationId xmlns:a16="http://schemas.microsoft.com/office/drawing/2014/main" id="{16DE512C-1DF2-4843-A716-E9398C9A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Inventory &amp; Sales &gt; Kulakan</a:t>
            </a:r>
          </a:p>
        </p:txBody>
      </p:sp>
      <p:sp>
        <p:nvSpPr>
          <p:cNvPr id="6" name="text-0.20716701936199278">
            <a:extLst xmlns:a="http://schemas.openxmlformats.org/drawingml/2006/main">
              <a:ext uri="{FF2B5EF4-FFF2-40B4-BE49-F238E27FC236}">
                <a16:creationId xmlns:a16="http://schemas.microsoft.com/office/drawing/2014/main" id="{96AB8F4E-96D9-4C91-A892-A362F70F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9301607245955454">
            <a:extLst xmlns:a="http://schemas.openxmlformats.org/drawingml/2006/main">
              <a:ext uri="{FF2B5EF4-FFF2-40B4-BE49-F238E27FC236}">
                <a16:creationId xmlns:a16="http://schemas.microsoft.com/office/drawing/2014/main" id="{EFDBB16A-D8A6-45BD-B926-EEC7704C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LAYAR LIVE</a:t>
            </a:r>
          </a:p>
        </p:txBody>
      </p:sp>
      <p:sp>
        <p:nvSpPr>
          <p:cNvPr id="8" name="text-0.7771432538963212">
            <a:extLst xmlns:a="http://schemas.openxmlformats.org/drawingml/2006/main">
              <a:ext uri="{FF2B5EF4-FFF2-40B4-BE49-F238E27FC236}">
                <a16:creationId xmlns:a16="http://schemas.microsoft.com/office/drawing/2014/main" id="{FFCF3480-81DA-409F-AE64-B9473004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4104984113867516">
            <a:extLst xmlns:a="http://schemas.openxmlformats.org/drawingml/2006/main">
              <a:ext uri="{FF2B5EF4-FFF2-40B4-BE49-F238E27FC236}">
                <a16:creationId xmlns:a16="http://schemas.microsoft.com/office/drawing/2014/main" id="{9A7EBDFA-84BD-4BD1-BB7C-CAF065A6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619843386715567">
            <a:extLst xmlns:a="http://schemas.openxmlformats.org/drawingml/2006/main">
              <a:ext uri="{FF2B5EF4-FFF2-40B4-BE49-F238E27FC236}">
                <a16:creationId xmlns:a16="http://schemas.microsoft.com/office/drawing/2014/main" id="{C0A9C0C8-61C7-4E12-920E-1C0CCB08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Live ABChicken 29-09-2026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43-kulakan.png</a:t>
            </a:r>
          </a:p>
        </p:txBody>
      </p:sp>
      <p:sp>
        <p:nvSpPr>
          <p:cNvPr id="11" name="text-0.7356932704459301">
            <a:extLst xmlns:a="http://schemas.openxmlformats.org/drawingml/2006/main">
              <a:ext uri="{FF2B5EF4-FFF2-40B4-BE49-F238E27FC236}">
                <a16:creationId xmlns:a16="http://schemas.microsoft.com/office/drawing/2014/main" id="{F35F83B5-4194-4175-B8BB-C5FD8D80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47/60</a:t>
            </a:r>
          </a:p>
        </p:txBody>
      </p:sp>
    </p:spTree>
    <p:extLst>
      <p:ext uri="{BB962C8B-B14F-4D97-AF65-F5344CB8AC3E}">
        <p14:creationId xmlns:p14="http://schemas.microsoft.com/office/powerpoint/2010/main" val="922888817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9C78E0-F5C0-4811-BCC4-F4DDB26F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0007059854385024211">
            <a:extLst xmlns:a="http://schemas.openxmlformats.org/drawingml/2006/main">
              <a:ext uri="{FF2B5EF4-FFF2-40B4-BE49-F238E27FC236}">
                <a16:creationId xmlns:a16="http://schemas.microsoft.com/office/drawing/2014/main" id="{3E8D2345-8887-4DCB-A8F1-ADE0C2BF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DKB-46 Laporan Pembelian (Persupplier, Perjenis, Peritem)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a23bacb26a478d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1987118360842418">
            <a:extLst xmlns:a="http://schemas.openxmlformats.org/drawingml/2006/main">
              <a:ext uri="{FF2B5EF4-FFF2-40B4-BE49-F238E27FC236}">
                <a16:creationId xmlns:a16="http://schemas.microsoft.com/office/drawing/2014/main" id="{65C39F42-8ED1-4D83-99BF-E7194E80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5222304720673422">
            <a:extLst xmlns:a="http://schemas.openxmlformats.org/drawingml/2006/main">
              <a:ext uri="{FF2B5EF4-FFF2-40B4-BE49-F238E27FC236}">
                <a16:creationId xmlns:a16="http://schemas.microsoft.com/office/drawing/2014/main" id="{FA4FC9E7-4028-4C97-865B-FC94B73E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Inventory &amp; Sales &gt; Hutang Supplier</a:t>
            </a:r>
          </a:p>
        </p:txBody>
      </p:sp>
      <p:sp>
        <p:nvSpPr>
          <p:cNvPr id="6" name="text-0.9591573788296663">
            <a:extLst xmlns:a="http://schemas.openxmlformats.org/drawingml/2006/main">
              <a:ext uri="{FF2B5EF4-FFF2-40B4-BE49-F238E27FC236}">
                <a16:creationId xmlns:a16="http://schemas.microsoft.com/office/drawing/2014/main" id="{5487008C-EE7D-4ED3-A046-50434E3B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5614702699368209">
            <a:extLst xmlns:a="http://schemas.openxmlformats.org/drawingml/2006/main">
              <a:ext uri="{FF2B5EF4-FFF2-40B4-BE49-F238E27FC236}">
                <a16:creationId xmlns:a16="http://schemas.microsoft.com/office/drawing/2014/main" id="{588A9AFF-2E02-485B-9A3D-F1585C03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LAYAR LIVE</a:t>
            </a:r>
          </a:p>
        </p:txBody>
      </p:sp>
      <p:sp>
        <p:nvSpPr>
          <p:cNvPr id="8" name="text-0.6605539113186857">
            <a:extLst xmlns:a="http://schemas.openxmlformats.org/drawingml/2006/main">
              <a:ext uri="{FF2B5EF4-FFF2-40B4-BE49-F238E27FC236}">
                <a16:creationId xmlns:a16="http://schemas.microsoft.com/office/drawing/2014/main" id="{29EABA59-1C47-4398-86FE-570DA522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6846843407873151">
            <a:extLst xmlns:a="http://schemas.openxmlformats.org/drawingml/2006/main">
              <a:ext uri="{FF2B5EF4-FFF2-40B4-BE49-F238E27FC236}">
                <a16:creationId xmlns:a16="http://schemas.microsoft.com/office/drawing/2014/main" id="{C27A47BF-850A-472A-A20A-43831365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7303118392169579">
            <a:extLst xmlns:a="http://schemas.openxmlformats.org/drawingml/2006/main">
              <a:ext uri="{FF2B5EF4-FFF2-40B4-BE49-F238E27FC236}">
                <a16:creationId xmlns:a16="http://schemas.microsoft.com/office/drawing/2014/main" id="{5C8E417C-2E77-483D-88F9-67FA218E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Live ABChicken 29-09-2026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44-hutang-laporan-pembelian.png</a:t>
            </a:r>
          </a:p>
        </p:txBody>
      </p:sp>
      <p:sp>
        <p:nvSpPr>
          <p:cNvPr id="11" name="text-0.9695273551628053">
            <a:extLst xmlns:a="http://schemas.openxmlformats.org/drawingml/2006/main">
              <a:ext uri="{FF2B5EF4-FFF2-40B4-BE49-F238E27FC236}">
                <a16:creationId xmlns:a16="http://schemas.microsoft.com/office/drawing/2014/main" id="{FAD7E80C-1010-489B-B855-2D4577C4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48/60</a:t>
            </a:r>
          </a:p>
        </p:txBody>
      </p:sp>
    </p:spTree>
    <p:extLst>
      <p:ext uri="{BB962C8B-B14F-4D97-AF65-F5344CB8AC3E}">
        <p14:creationId xmlns:p14="http://schemas.microsoft.com/office/powerpoint/2010/main" val="1076606073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43D9B0-1891-41ED-AE8F-0BEF59A9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8476389322575844">
            <a:extLst xmlns:a="http://schemas.openxmlformats.org/drawingml/2006/main">
              <a:ext uri="{FF2B5EF4-FFF2-40B4-BE49-F238E27FC236}">
                <a16:creationId xmlns:a16="http://schemas.microsoft.com/office/drawing/2014/main" id="{CD6B575F-E347-4537-A15C-51D02B8B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DKB-47 Reminder Pembayaran Tempo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d23ab628474b32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9128739442359584">
            <a:extLst xmlns:a="http://schemas.openxmlformats.org/drawingml/2006/main">
              <a:ext uri="{FF2B5EF4-FFF2-40B4-BE49-F238E27FC236}">
                <a16:creationId xmlns:a16="http://schemas.microsoft.com/office/drawing/2014/main" id="{ABB9C6E6-47EF-4FC8-B990-B4C8F04E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2768483718743249">
            <a:extLst xmlns:a="http://schemas.openxmlformats.org/drawingml/2006/main">
              <a:ext uri="{FF2B5EF4-FFF2-40B4-BE49-F238E27FC236}">
                <a16:creationId xmlns:a16="http://schemas.microsoft.com/office/drawing/2014/main" id="{E4062095-E848-4CC4-9545-980346E2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Inventory &amp; Sales &gt; Hutang Supplier</a:t>
            </a:r>
          </a:p>
        </p:txBody>
      </p:sp>
      <p:sp>
        <p:nvSpPr>
          <p:cNvPr id="6" name="text-0.7121306774860597">
            <a:extLst xmlns:a="http://schemas.openxmlformats.org/drawingml/2006/main">
              <a:ext uri="{FF2B5EF4-FFF2-40B4-BE49-F238E27FC236}">
                <a16:creationId xmlns:a16="http://schemas.microsoft.com/office/drawing/2014/main" id="{4219A65C-ACA6-4576-8AB5-399DE1C4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6998411732366224">
            <a:extLst xmlns:a="http://schemas.openxmlformats.org/drawingml/2006/main">
              <a:ext uri="{FF2B5EF4-FFF2-40B4-BE49-F238E27FC236}">
                <a16:creationId xmlns:a16="http://schemas.microsoft.com/office/drawing/2014/main" id="{2005D9EE-C770-4737-84AB-1186DD26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LAYAR LIVE</a:t>
            </a:r>
          </a:p>
        </p:txBody>
      </p:sp>
      <p:sp>
        <p:nvSpPr>
          <p:cNvPr id="8" name="text-0.8801245559755975">
            <a:extLst xmlns:a="http://schemas.openxmlformats.org/drawingml/2006/main">
              <a:ext uri="{FF2B5EF4-FFF2-40B4-BE49-F238E27FC236}">
                <a16:creationId xmlns:a16="http://schemas.microsoft.com/office/drawing/2014/main" id="{9B923E0A-E3FA-4BC8-8324-6F1444DF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4980160207975225">
            <a:extLst xmlns:a="http://schemas.openxmlformats.org/drawingml/2006/main">
              <a:ext uri="{FF2B5EF4-FFF2-40B4-BE49-F238E27FC236}">
                <a16:creationId xmlns:a16="http://schemas.microsoft.com/office/drawing/2014/main" id="{0C98DB6E-8B48-4978-ABEF-8962E56F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12081688683197156">
            <a:extLst xmlns:a="http://schemas.openxmlformats.org/drawingml/2006/main">
              <a:ext uri="{FF2B5EF4-FFF2-40B4-BE49-F238E27FC236}">
                <a16:creationId xmlns:a16="http://schemas.microsoft.com/office/drawing/2014/main" id="{E6329982-9CC2-4F71-AD97-7FFA6156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Live ABChicken 29-09-2026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44-hutang-aging.png</a:t>
            </a:r>
          </a:p>
        </p:txBody>
      </p:sp>
      <p:sp>
        <p:nvSpPr>
          <p:cNvPr id="11" name="text-0.34876206184055925">
            <a:extLst xmlns:a="http://schemas.openxmlformats.org/drawingml/2006/main">
              <a:ext uri="{FF2B5EF4-FFF2-40B4-BE49-F238E27FC236}">
                <a16:creationId xmlns:a16="http://schemas.microsoft.com/office/drawing/2014/main" id="{29FC82DB-B2CC-4637-B627-D0CB8B3D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49/60</a:t>
            </a:r>
          </a:p>
        </p:txBody>
      </p:sp>
    </p:spTree>
    <p:extLst>
      <p:ext uri="{BB962C8B-B14F-4D97-AF65-F5344CB8AC3E}">
        <p14:creationId xmlns:p14="http://schemas.microsoft.com/office/powerpoint/2010/main" val="1297168599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12FEB8-FE44-4FD9-AE95-3E4ACC7D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4019301006334972">
            <a:extLst xmlns:a="http://schemas.openxmlformats.org/drawingml/2006/main">
              <a:ext uri="{FF2B5EF4-FFF2-40B4-BE49-F238E27FC236}">
                <a16:creationId xmlns:a16="http://schemas.microsoft.com/office/drawing/2014/main" id="{F95FA70C-6F83-4E57-9DE1-D84F26DF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DKB-48 Data Retur Supplier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c2fa9a48b2423e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6772774432714704">
            <a:extLst xmlns:a="http://schemas.openxmlformats.org/drawingml/2006/main">
              <a:ext uri="{FF2B5EF4-FFF2-40B4-BE49-F238E27FC236}">
                <a16:creationId xmlns:a16="http://schemas.microsoft.com/office/drawing/2014/main" id="{2A87D029-79ED-4964-9782-070D4075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24280023094374248">
            <a:extLst xmlns:a="http://schemas.openxmlformats.org/drawingml/2006/main">
              <a:ext uri="{FF2B5EF4-FFF2-40B4-BE49-F238E27FC236}">
                <a16:creationId xmlns:a16="http://schemas.microsoft.com/office/drawing/2014/main" id="{32799269-8ED5-4B54-A37F-C5F5416A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Inventory &amp; Sales &gt; Retur Pembelian</a:t>
            </a:r>
          </a:p>
        </p:txBody>
      </p:sp>
      <p:sp>
        <p:nvSpPr>
          <p:cNvPr id="6" name="text-0.15626629967927919">
            <a:extLst xmlns:a="http://schemas.openxmlformats.org/drawingml/2006/main">
              <a:ext uri="{FF2B5EF4-FFF2-40B4-BE49-F238E27FC236}">
                <a16:creationId xmlns:a16="http://schemas.microsoft.com/office/drawing/2014/main" id="{5EE5F7C0-8F47-49DD-BC4F-B422B033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2457603405984785">
            <a:extLst xmlns:a="http://schemas.openxmlformats.org/drawingml/2006/main">
              <a:ext uri="{FF2B5EF4-FFF2-40B4-BE49-F238E27FC236}">
                <a16:creationId xmlns:a16="http://schemas.microsoft.com/office/drawing/2014/main" id="{2C662ABF-4213-40E1-BDE6-22398BE9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LAYAR LIVE</a:t>
            </a:r>
          </a:p>
        </p:txBody>
      </p:sp>
      <p:sp>
        <p:nvSpPr>
          <p:cNvPr id="8" name="text-0.45171778150139075">
            <a:extLst xmlns:a="http://schemas.openxmlformats.org/drawingml/2006/main">
              <a:ext uri="{FF2B5EF4-FFF2-40B4-BE49-F238E27FC236}">
                <a16:creationId xmlns:a16="http://schemas.microsoft.com/office/drawing/2014/main" id="{3DE83B34-90F1-4A35-A2FB-2E68863A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9426550548961454">
            <a:extLst xmlns:a="http://schemas.openxmlformats.org/drawingml/2006/main">
              <a:ext uri="{FF2B5EF4-FFF2-40B4-BE49-F238E27FC236}">
                <a16:creationId xmlns:a16="http://schemas.microsoft.com/office/drawing/2014/main" id="{6DA9313E-4205-4855-B616-5CDE22C9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575690992908085">
            <a:extLst xmlns:a="http://schemas.openxmlformats.org/drawingml/2006/main">
              <a:ext uri="{FF2B5EF4-FFF2-40B4-BE49-F238E27FC236}">
                <a16:creationId xmlns:a16="http://schemas.microsoft.com/office/drawing/2014/main" id="{BF2F97D0-836B-4668-9459-94700B05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Live ABChicken 29-09-2026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43-retur-pembelian.png</a:t>
            </a:r>
          </a:p>
        </p:txBody>
      </p:sp>
      <p:sp>
        <p:nvSpPr>
          <p:cNvPr id="11" name="text-0.704154114447958">
            <a:extLst xmlns:a="http://schemas.openxmlformats.org/drawingml/2006/main">
              <a:ext uri="{FF2B5EF4-FFF2-40B4-BE49-F238E27FC236}">
                <a16:creationId xmlns:a16="http://schemas.microsoft.com/office/drawing/2014/main" id="{8BF9E5B7-012D-443C-B8B9-009EECD7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50/60</a:t>
            </a:r>
          </a:p>
        </p:txBody>
      </p:sp>
    </p:spTree>
    <p:extLst>
      <p:ext uri="{BB962C8B-B14F-4D97-AF65-F5344CB8AC3E}">
        <p14:creationId xmlns:p14="http://schemas.microsoft.com/office/powerpoint/2010/main" val="411679094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422FB8-BE2F-4011-AC6A-915D7F30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8165334040798287">
            <a:extLst xmlns:a="http://schemas.openxmlformats.org/drawingml/2006/main">
              <a:ext uri="{FF2B5EF4-FFF2-40B4-BE49-F238E27FC236}">
                <a16:creationId xmlns:a16="http://schemas.microsoft.com/office/drawing/2014/main" id="{91D44734-BDD0-43E9-880A-59A62C6B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87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DKB-49 PO di buat oleh SPV, Business Development, RPA dan divisi lain yang akan order barang langsung link tanpa gudang input manual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71d4b9016943eb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9437657448420961">
            <a:extLst xmlns:a="http://schemas.openxmlformats.org/drawingml/2006/main">
              <a:ext uri="{FF2B5EF4-FFF2-40B4-BE49-F238E27FC236}">
                <a16:creationId xmlns:a16="http://schemas.microsoft.com/office/drawing/2014/main" id="{96A2E5CF-B443-4B56-9B8F-A502254D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9421452067954971">
            <a:extLst xmlns:a="http://schemas.openxmlformats.org/drawingml/2006/main">
              <a:ext uri="{FF2B5EF4-FFF2-40B4-BE49-F238E27FC236}">
                <a16:creationId xmlns:a16="http://schemas.microsoft.com/office/drawing/2014/main" id="{50F4DC08-7DAA-495F-BC4E-96CC7C0D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Pengadaan &gt; PO</a:t>
            </a:r>
          </a:p>
        </p:txBody>
      </p:sp>
      <p:sp>
        <p:nvSpPr>
          <p:cNvPr id="6" name="text-0.8841675384646933">
            <a:extLst xmlns:a="http://schemas.openxmlformats.org/drawingml/2006/main">
              <a:ext uri="{FF2B5EF4-FFF2-40B4-BE49-F238E27FC236}">
                <a16:creationId xmlns:a16="http://schemas.microsoft.com/office/drawing/2014/main" id="{DF54FB8B-EB3E-4B05-ADF3-18946987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24948134120253718">
            <a:extLst xmlns:a="http://schemas.openxmlformats.org/drawingml/2006/main">
              <a:ext uri="{FF2B5EF4-FFF2-40B4-BE49-F238E27FC236}">
                <a16:creationId xmlns:a16="http://schemas.microsoft.com/office/drawing/2014/main" id="{744D6EEA-0A31-4BF8-ACFF-2A3397A5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LAYAR LIVE</a:t>
            </a:r>
          </a:p>
        </p:txBody>
      </p:sp>
      <p:sp>
        <p:nvSpPr>
          <p:cNvPr id="8" name="text-0.4184169427535255">
            <a:extLst xmlns:a="http://schemas.openxmlformats.org/drawingml/2006/main">
              <a:ext uri="{FF2B5EF4-FFF2-40B4-BE49-F238E27FC236}">
                <a16:creationId xmlns:a16="http://schemas.microsoft.com/office/drawing/2014/main" id="{C7667C18-252C-4F5C-98BD-A0447BBA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14947288599919983">
            <a:extLst xmlns:a="http://schemas.openxmlformats.org/drawingml/2006/main">
              <a:ext uri="{FF2B5EF4-FFF2-40B4-BE49-F238E27FC236}">
                <a16:creationId xmlns:a16="http://schemas.microsoft.com/office/drawing/2014/main" id="{08CC7ADD-A3BD-4AEF-96C5-EECA694C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37919237292296837">
            <a:extLst xmlns:a="http://schemas.openxmlformats.org/drawingml/2006/main">
              <a:ext uri="{FF2B5EF4-FFF2-40B4-BE49-F238E27FC236}">
                <a16:creationId xmlns:a16="http://schemas.microsoft.com/office/drawing/2014/main" id="{00A2A603-4394-4F34-BEB6-AD60C20D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Live ABChicken 29-09-2026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04-procurement_po-50-record.png</a:t>
            </a:r>
          </a:p>
        </p:txBody>
      </p:sp>
      <p:sp>
        <p:nvSpPr>
          <p:cNvPr id="11" name="text-0.009417327688577726">
            <a:extLst xmlns:a="http://schemas.openxmlformats.org/drawingml/2006/main">
              <a:ext uri="{FF2B5EF4-FFF2-40B4-BE49-F238E27FC236}">
                <a16:creationId xmlns:a16="http://schemas.microsoft.com/office/drawing/2014/main" id="{A1A83F5F-DF3E-4D29-A4DC-2E46AAAE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51/60</a:t>
            </a:r>
          </a:p>
        </p:txBody>
      </p:sp>
    </p:spTree>
    <p:extLst>
      <p:ext uri="{BB962C8B-B14F-4D97-AF65-F5344CB8AC3E}">
        <p14:creationId xmlns:p14="http://schemas.microsoft.com/office/powerpoint/2010/main" val="1610800614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E258A8-FA15-4C72-B32E-3950CF65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2040810144541515">
            <a:extLst xmlns:a="http://schemas.openxmlformats.org/drawingml/2006/main">
              <a:ext uri="{FF2B5EF4-FFF2-40B4-BE49-F238E27FC236}">
                <a16:creationId xmlns:a16="http://schemas.microsoft.com/office/drawing/2014/main" id="{3899721C-79B4-4A0E-8B97-BE3EE810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DKB-50 Gudang (manager/adm) bisa edit PO untuk pengurangan barang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c66b1b493a43ce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6752072646540996">
            <a:extLst xmlns:a="http://schemas.openxmlformats.org/drawingml/2006/main">
              <a:ext uri="{FF2B5EF4-FFF2-40B4-BE49-F238E27FC236}">
                <a16:creationId xmlns:a16="http://schemas.microsoft.com/office/drawing/2014/main" id="{885384E4-C00F-4EB7-8DFA-7691A22E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4488001959400152">
            <a:extLst xmlns:a="http://schemas.openxmlformats.org/drawingml/2006/main">
              <a:ext uri="{FF2B5EF4-FFF2-40B4-BE49-F238E27FC236}">
                <a16:creationId xmlns:a16="http://schemas.microsoft.com/office/drawing/2014/main" id="{969B4332-F497-4F54-A963-3A2CB647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Pengadaan &gt; PO</a:t>
            </a:r>
          </a:p>
        </p:txBody>
      </p:sp>
      <p:sp>
        <p:nvSpPr>
          <p:cNvPr id="6" name="text-0.3567221786010588">
            <a:extLst xmlns:a="http://schemas.openxmlformats.org/drawingml/2006/main">
              <a:ext uri="{FF2B5EF4-FFF2-40B4-BE49-F238E27FC236}">
                <a16:creationId xmlns:a16="http://schemas.microsoft.com/office/drawing/2014/main" id="{EAD2C9E9-2776-40DA-9CC1-139307FD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5714684408110414">
            <a:extLst xmlns:a="http://schemas.openxmlformats.org/drawingml/2006/main">
              <a:ext uri="{FF2B5EF4-FFF2-40B4-BE49-F238E27FC236}">
                <a16:creationId xmlns:a16="http://schemas.microsoft.com/office/drawing/2014/main" id="{185BB9B4-22C3-45C4-96C6-67E03BCF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REFERENSI UAT UI</a:t>
            </a:r>
          </a:p>
        </p:txBody>
      </p:sp>
      <p:sp>
        <p:nvSpPr>
          <p:cNvPr id="8" name="text-0.28864032076277957">
            <a:extLst xmlns:a="http://schemas.openxmlformats.org/drawingml/2006/main">
              <a:ext uri="{FF2B5EF4-FFF2-40B4-BE49-F238E27FC236}">
                <a16:creationId xmlns:a16="http://schemas.microsoft.com/office/drawing/2014/main" id="{CBCC6663-50E7-432F-8480-E4B6DD9F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4802310026126615">
            <a:extLst xmlns:a="http://schemas.openxmlformats.org/drawingml/2006/main">
              <a:ext uri="{FF2B5EF4-FFF2-40B4-BE49-F238E27FC236}">
                <a16:creationId xmlns:a16="http://schemas.microsoft.com/office/drawing/2014/main" id="{682C4797-B4C5-458E-8281-DDA351C9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013627551687475425">
            <a:extLst xmlns:a="http://schemas.openxmlformats.org/drawingml/2006/main">
              <a:ext uri="{FF2B5EF4-FFF2-40B4-BE49-F238E27FC236}">
                <a16:creationId xmlns:a16="http://schemas.microsoft.com/office/drawing/2014/main" id="{761C1DFA-9213-475F-93F1-CE666F60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UAT UI 10-09-2026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07-po-formulir-nontermin.png</a:t>
            </a:r>
          </a:p>
        </p:txBody>
      </p:sp>
      <p:sp>
        <p:nvSpPr>
          <p:cNvPr id="11" name="text-0.17270235239169052">
            <a:extLst xmlns:a="http://schemas.openxmlformats.org/drawingml/2006/main">
              <a:ext uri="{FF2B5EF4-FFF2-40B4-BE49-F238E27FC236}">
                <a16:creationId xmlns:a16="http://schemas.microsoft.com/office/drawing/2014/main" id="{6C841294-7406-46FE-98CB-DF1AC8C9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52/60</a:t>
            </a:r>
          </a:p>
        </p:txBody>
      </p:sp>
    </p:spTree>
    <p:extLst>
      <p:ext uri="{BB962C8B-B14F-4D97-AF65-F5344CB8AC3E}">
        <p14:creationId xmlns:p14="http://schemas.microsoft.com/office/powerpoint/2010/main" val="1268763379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AA9C23-9E17-4CEE-B18F-17B263BB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7641991537701042">
            <a:extLst xmlns:a="http://schemas.openxmlformats.org/drawingml/2006/main">
              <a:ext uri="{FF2B5EF4-FFF2-40B4-BE49-F238E27FC236}">
                <a16:creationId xmlns:a16="http://schemas.microsoft.com/office/drawing/2014/main" id="{E19CE29D-6DB9-4583-B029-CDC8844B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87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DKB-51 PO bisa di print dalam bentuk surat jalan (ada kolom ceklist untuk gudang, checker, dan outlet) ada kolom TTD juga untuk gudang delivery dan outlet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ea7f00198742db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8246452648397403">
            <a:extLst xmlns:a="http://schemas.openxmlformats.org/drawingml/2006/main">
              <a:ext uri="{FF2B5EF4-FFF2-40B4-BE49-F238E27FC236}">
                <a16:creationId xmlns:a16="http://schemas.microsoft.com/office/drawing/2014/main" id="{99924317-DE5C-40C3-8DF0-9F317A92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2814876254249664">
            <a:extLst xmlns:a="http://schemas.openxmlformats.org/drawingml/2006/main">
              <a:ext uri="{FF2B5EF4-FFF2-40B4-BE49-F238E27FC236}">
                <a16:creationId xmlns:a16="http://schemas.microsoft.com/office/drawing/2014/main" id="{44E46799-B992-47D5-A0E6-E789422E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Distribusi &amp; Pengiriman &gt; Surat Jalan</a:t>
            </a:r>
          </a:p>
        </p:txBody>
      </p:sp>
      <p:sp>
        <p:nvSpPr>
          <p:cNvPr id="6" name="text-0.5244220631805849">
            <a:extLst xmlns:a="http://schemas.openxmlformats.org/drawingml/2006/main">
              <a:ext uri="{FF2B5EF4-FFF2-40B4-BE49-F238E27FC236}">
                <a16:creationId xmlns:a16="http://schemas.microsoft.com/office/drawing/2014/main" id="{45FF7150-1E24-4403-B931-E4A7013E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06771551030895884">
            <a:extLst xmlns:a="http://schemas.openxmlformats.org/drawingml/2006/main">
              <a:ext uri="{FF2B5EF4-FFF2-40B4-BE49-F238E27FC236}">
                <a16:creationId xmlns:a16="http://schemas.microsoft.com/office/drawing/2014/main" id="{23788037-052F-439D-B88A-FC4136AF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LAYAR LIVE</a:t>
            </a:r>
          </a:p>
        </p:txBody>
      </p:sp>
      <p:sp>
        <p:nvSpPr>
          <p:cNvPr id="8" name="text-0.30214594039068554">
            <a:extLst xmlns:a="http://schemas.openxmlformats.org/drawingml/2006/main">
              <a:ext uri="{FF2B5EF4-FFF2-40B4-BE49-F238E27FC236}">
                <a16:creationId xmlns:a16="http://schemas.microsoft.com/office/drawing/2014/main" id="{150CDDE3-5A59-41C2-82CB-07CADFAB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6001276698325141">
            <a:extLst xmlns:a="http://schemas.openxmlformats.org/drawingml/2006/main">
              <a:ext uri="{FF2B5EF4-FFF2-40B4-BE49-F238E27FC236}">
                <a16:creationId xmlns:a16="http://schemas.microsoft.com/office/drawing/2014/main" id="{B8F99A4D-CAEE-4CDB-9AE3-06790550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1946297759053811">
            <a:extLst xmlns:a="http://schemas.openxmlformats.org/drawingml/2006/main">
              <a:ext uri="{FF2B5EF4-FFF2-40B4-BE49-F238E27FC236}">
                <a16:creationId xmlns:a16="http://schemas.microsoft.com/office/drawing/2014/main" id="{DCFD9170-9D66-41D0-9FD4-D4CB194B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Live ABChicken 29-09-2026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47-pengiriman.png</a:t>
            </a:r>
          </a:p>
        </p:txBody>
      </p:sp>
      <p:sp>
        <p:nvSpPr>
          <p:cNvPr id="11" name="text-0.07198139751515242">
            <a:extLst xmlns:a="http://schemas.openxmlformats.org/drawingml/2006/main">
              <a:ext uri="{FF2B5EF4-FFF2-40B4-BE49-F238E27FC236}">
                <a16:creationId xmlns:a16="http://schemas.microsoft.com/office/drawing/2014/main" id="{3C940295-9D6F-4E40-B343-62B58750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53/60</a:t>
            </a:r>
          </a:p>
        </p:txBody>
      </p:sp>
    </p:spTree>
    <p:extLst>
      <p:ext uri="{BB962C8B-B14F-4D97-AF65-F5344CB8AC3E}">
        <p14:creationId xmlns:p14="http://schemas.microsoft.com/office/powerpoint/2010/main" val="1720635617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B3F887-4A65-42F0-92F3-F2228531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4792082195658717">
            <a:extLst xmlns:a="http://schemas.openxmlformats.org/drawingml/2006/main">
              <a:ext uri="{FF2B5EF4-FFF2-40B4-BE49-F238E27FC236}">
                <a16:creationId xmlns:a16="http://schemas.microsoft.com/office/drawing/2014/main" id="{8C860714-712F-4CC3-8A90-97AE0CA2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14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DKB-52 Bisa menampilkan data pemakaian dan sisa stok outlet pada saat PO ke gudang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d0ec203e9f46e4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5465529551853372">
            <a:extLst xmlns:a="http://schemas.openxmlformats.org/drawingml/2006/main">
              <a:ext uri="{FF2B5EF4-FFF2-40B4-BE49-F238E27FC236}">
                <a16:creationId xmlns:a16="http://schemas.microsoft.com/office/drawing/2014/main" id="{C8306DB9-5301-4691-8281-34928651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573503915872875">
            <a:extLst xmlns:a="http://schemas.openxmlformats.org/drawingml/2006/main">
              <a:ext uri="{FF2B5EF4-FFF2-40B4-BE49-F238E27FC236}">
                <a16:creationId xmlns:a16="http://schemas.microsoft.com/office/drawing/2014/main" id="{B9F9447A-4119-4263-8D5C-250B100C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Pengadaan &gt; PO &gt; Riwayat Stok Outlet</a:t>
            </a:r>
          </a:p>
        </p:txBody>
      </p:sp>
      <p:sp>
        <p:nvSpPr>
          <p:cNvPr id="6" name="text-0.7175692385562598">
            <a:extLst xmlns:a="http://schemas.openxmlformats.org/drawingml/2006/main">
              <a:ext uri="{FF2B5EF4-FFF2-40B4-BE49-F238E27FC236}">
                <a16:creationId xmlns:a16="http://schemas.microsoft.com/office/drawing/2014/main" id="{691C536B-D716-4A12-8615-6F191516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1791307966781197">
            <a:extLst xmlns:a="http://schemas.openxmlformats.org/drawingml/2006/main">
              <a:ext uri="{FF2B5EF4-FFF2-40B4-BE49-F238E27FC236}">
                <a16:creationId xmlns:a16="http://schemas.microsoft.com/office/drawing/2014/main" id="{52AB2CB2-642C-459E-864E-57CA34C0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LAYAR LIVE</a:t>
            </a:r>
          </a:p>
        </p:txBody>
      </p:sp>
      <p:sp>
        <p:nvSpPr>
          <p:cNvPr id="8" name="text-0.28312263734539">
            <a:extLst xmlns:a="http://schemas.openxmlformats.org/drawingml/2006/main">
              <a:ext uri="{FF2B5EF4-FFF2-40B4-BE49-F238E27FC236}">
                <a16:creationId xmlns:a16="http://schemas.microsoft.com/office/drawing/2014/main" id="{752E55DD-580B-4D08-97F4-33484E5B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2160876183489493">
            <a:extLst xmlns:a="http://schemas.openxmlformats.org/drawingml/2006/main">
              <a:ext uri="{FF2B5EF4-FFF2-40B4-BE49-F238E27FC236}">
                <a16:creationId xmlns:a16="http://schemas.microsoft.com/office/drawing/2014/main" id="{067D1F09-5A56-49F4-BE06-B9A8212E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9122610793619096">
            <a:extLst xmlns:a="http://schemas.openxmlformats.org/drawingml/2006/main">
              <a:ext uri="{FF2B5EF4-FFF2-40B4-BE49-F238E27FC236}">
                <a16:creationId xmlns:a16="http://schemas.microsoft.com/office/drawing/2014/main" id="{47C81712-10BA-47A3-BC76-400965CE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Live ABChicken 29-09-2026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48-rekonsiliasi-stok.png</a:t>
            </a:r>
          </a:p>
        </p:txBody>
      </p:sp>
      <p:sp>
        <p:nvSpPr>
          <p:cNvPr id="11" name="text-0.2867609968838134">
            <a:extLst xmlns:a="http://schemas.openxmlformats.org/drawingml/2006/main">
              <a:ext uri="{FF2B5EF4-FFF2-40B4-BE49-F238E27FC236}">
                <a16:creationId xmlns:a16="http://schemas.microsoft.com/office/drawing/2014/main" id="{F1CE7BF1-4F3B-490D-9A08-E4D23DB3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54/60</a:t>
            </a:r>
          </a:p>
        </p:txBody>
      </p:sp>
    </p:spTree>
    <p:extLst>
      <p:ext uri="{BB962C8B-B14F-4D97-AF65-F5344CB8AC3E}">
        <p14:creationId xmlns:p14="http://schemas.microsoft.com/office/powerpoint/2010/main" val="1201707436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96FF79-58B4-48FE-958D-A6207A19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7863183652804085">
            <a:extLst xmlns:a="http://schemas.openxmlformats.org/drawingml/2006/main">
              <a:ext uri="{FF2B5EF4-FFF2-40B4-BE49-F238E27FC236}">
                <a16:creationId xmlns:a16="http://schemas.microsoft.com/office/drawing/2014/main" id="{3CC81A83-23CC-471F-99B5-A5F66AE0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87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DKB-53 Bisa tarik data laporan pengiriman barang harian, mingguan, bulanan. Baik per item/outlet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bac15186354d04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370217390416955">
            <a:extLst xmlns:a="http://schemas.openxmlformats.org/drawingml/2006/main">
              <a:ext uri="{FF2B5EF4-FFF2-40B4-BE49-F238E27FC236}">
                <a16:creationId xmlns:a16="http://schemas.microsoft.com/office/drawing/2014/main" id="{E84363CC-5A11-4A95-9224-E99C0544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8698370797343914">
            <a:extLst xmlns:a="http://schemas.openxmlformats.org/drawingml/2006/main">
              <a:ext uri="{FF2B5EF4-FFF2-40B4-BE49-F238E27FC236}">
                <a16:creationId xmlns:a16="http://schemas.microsoft.com/office/drawing/2014/main" id="{C9A1EDF3-D015-4D35-9B9E-17187919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Distribusi &amp; Pengiriman &gt; Laporan</a:t>
            </a:r>
          </a:p>
        </p:txBody>
      </p:sp>
      <p:sp>
        <p:nvSpPr>
          <p:cNvPr id="6" name="text-0.707627321266769">
            <a:extLst xmlns:a="http://schemas.openxmlformats.org/drawingml/2006/main">
              <a:ext uri="{FF2B5EF4-FFF2-40B4-BE49-F238E27FC236}">
                <a16:creationId xmlns:a16="http://schemas.microsoft.com/office/drawing/2014/main" id="{5465CD51-F125-4FC2-9503-85495437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6407292855662131">
            <a:extLst xmlns:a="http://schemas.openxmlformats.org/drawingml/2006/main">
              <a:ext uri="{FF2B5EF4-FFF2-40B4-BE49-F238E27FC236}">
                <a16:creationId xmlns:a16="http://schemas.microsoft.com/office/drawing/2014/main" id="{1C3803F5-2BF4-4FCC-9C14-C61619DE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LAYAR LIVE</a:t>
            </a:r>
          </a:p>
        </p:txBody>
      </p:sp>
      <p:sp>
        <p:nvSpPr>
          <p:cNvPr id="8" name="text-0.7839044153447005">
            <a:extLst xmlns:a="http://schemas.openxmlformats.org/drawingml/2006/main">
              <a:ext uri="{FF2B5EF4-FFF2-40B4-BE49-F238E27FC236}">
                <a16:creationId xmlns:a16="http://schemas.microsoft.com/office/drawing/2014/main" id="{D6D9F035-4396-4D23-9927-C4406B01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36728801702975156">
            <a:extLst xmlns:a="http://schemas.openxmlformats.org/drawingml/2006/main">
              <a:ext uri="{FF2B5EF4-FFF2-40B4-BE49-F238E27FC236}">
                <a16:creationId xmlns:a16="http://schemas.microsoft.com/office/drawing/2014/main" id="{F0E420A6-5A3C-49DE-8984-FF7983FB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34674689845871165">
            <a:extLst xmlns:a="http://schemas.openxmlformats.org/drawingml/2006/main">
              <a:ext uri="{FF2B5EF4-FFF2-40B4-BE49-F238E27FC236}">
                <a16:creationId xmlns:a16="http://schemas.microsoft.com/office/drawing/2014/main" id="{F4700319-2B12-409C-A011-D5A5CBD5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Live ABChicken 29-09-2026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09-shipment-50-record.png</a:t>
            </a:r>
          </a:p>
        </p:txBody>
      </p:sp>
      <p:sp>
        <p:nvSpPr>
          <p:cNvPr id="11" name="text-0.44885366604080723">
            <a:extLst xmlns:a="http://schemas.openxmlformats.org/drawingml/2006/main">
              <a:ext uri="{FF2B5EF4-FFF2-40B4-BE49-F238E27FC236}">
                <a16:creationId xmlns:a16="http://schemas.microsoft.com/office/drawing/2014/main" id="{E9C5D4AD-CD1E-430D-A6A4-A2CC732A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55/60</a:t>
            </a:r>
          </a:p>
        </p:txBody>
      </p:sp>
    </p:spTree>
    <p:extLst>
      <p:ext uri="{BB962C8B-B14F-4D97-AF65-F5344CB8AC3E}">
        <p14:creationId xmlns:p14="http://schemas.microsoft.com/office/powerpoint/2010/main" val="64322215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E0B27B-E881-4144-A68C-573ACDA8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42769519383808774">
            <a:extLst xmlns:a="http://schemas.openxmlformats.org/drawingml/2006/main">
              <a:ext uri="{FF2B5EF4-FFF2-40B4-BE49-F238E27FC236}">
                <a16:creationId xmlns:a16="http://schemas.microsoft.com/office/drawing/2014/main" id="{36EBDF6E-C9A6-4104-A6AB-CF0EDCDD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DKB-54 Data return dari outlet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b4cd51c09c4df0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01601602412447356">
            <a:extLst xmlns:a="http://schemas.openxmlformats.org/drawingml/2006/main">
              <a:ext uri="{FF2B5EF4-FFF2-40B4-BE49-F238E27FC236}">
                <a16:creationId xmlns:a16="http://schemas.microsoft.com/office/drawing/2014/main" id="{AF578649-953E-4D50-9E79-5A82B552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129694257090469">
            <a:extLst xmlns:a="http://schemas.openxmlformats.org/drawingml/2006/main">
              <a:ext uri="{FF2B5EF4-FFF2-40B4-BE49-F238E27FC236}">
                <a16:creationId xmlns:a16="http://schemas.microsoft.com/office/drawing/2014/main" id="{ACC94C92-20DE-4CCA-92B9-FA047BE9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Distribusi &amp; Pengiriman &gt; Retur Outlet</a:t>
            </a:r>
          </a:p>
        </p:txBody>
      </p:sp>
      <p:sp>
        <p:nvSpPr>
          <p:cNvPr id="6" name="text-0.5571194494649991">
            <a:extLst xmlns:a="http://schemas.openxmlformats.org/drawingml/2006/main">
              <a:ext uri="{FF2B5EF4-FFF2-40B4-BE49-F238E27FC236}">
                <a16:creationId xmlns:a16="http://schemas.microsoft.com/office/drawing/2014/main" id="{B41EED1C-6C4B-4DA4-9A5D-1B9F3453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03586359625257873">
            <a:extLst xmlns:a="http://schemas.openxmlformats.org/drawingml/2006/main">
              <a:ext uri="{FF2B5EF4-FFF2-40B4-BE49-F238E27FC236}">
                <a16:creationId xmlns:a16="http://schemas.microsoft.com/office/drawing/2014/main" id="{348EC597-36F1-4491-B53F-3817636D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LAYAR LIVE</a:t>
            </a:r>
          </a:p>
        </p:txBody>
      </p:sp>
      <p:sp>
        <p:nvSpPr>
          <p:cNvPr id="8" name="text-0.9651487398123573">
            <a:extLst xmlns:a="http://schemas.openxmlformats.org/drawingml/2006/main">
              <a:ext uri="{FF2B5EF4-FFF2-40B4-BE49-F238E27FC236}">
                <a16:creationId xmlns:a16="http://schemas.microsoft.com/office/drawing/2014/main" id="{261B3A33-D421-40DC-8B7B-AF274A24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7104573603088518">
            <a:extLst xmlns:a="http://schemas.openxmlformats.org/drawingml/2006/main">
              <a:ext uri="{FF2B5EF4-FFF2-40B4-BE49-F238E27FC236}">
                <a16:creationId xmlns:a16="http://schemas.microsoft.com/office/drawing/2014/main" id="{C5DE237F-D28E-47A3-97CF-84669025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5145660346784995">
            <a:extLst xmlns:a="http://schemas.openxmlformats.org/drawingml/2006/main">
              <a:ext uri="{FF2B5EF4-FFF2-40B4-BE49-F238E27FC236}">
                <a16:creationId xmlns:a16="http://schemas.microsoft.com/office/drawing/2014/main" id="{74B5473B-2628-4075-BF36-08C1B8C7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Live ABChicken 29-09-2026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10-claim-50-record.png</a:t>
            </a:r>
          </a:p>
        </p:txBody>
      </p:sp>
      <p:sp>
        <p:nvSpPr>
          <p:cNvPr id="11" name="text-0.9002382532563169">
            <a:extLst xmlns:a="http://schemas.openxmlformats.org/drawingml/2006/main">
              <a:ext uri="{FF2B5EF4-FFF2-40B4-BE49-F238E27FC236}">
                <a16:creationId xmlns:a16="http://schemas.microsoft.com/office/drawing/2014/main" id="{A28EF095-351F-4FC4-9F95-EA8A425D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56/60</a:t>
            </a:r>
          </a:p>
        </p:txBody>
      </p:sp>
    </p:spTree>
    <p:extLst>
      <p:ext uri="{BB962C8B-B14F-4D97-AF65-F5344CB8AC3E}">
        <p14:creationId xmlns:p14="http://schemas.microsoft.com/office/powerpoint/2010/main" val="642156902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3A3856-6753-4761-A956-2848B1FB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08750092844378243">
            <a:extLst xmlns:a="http://schemas.openxmlformats.org/drawingml/2006/main">
              <a:ext uri="{FF2B5EF4-FFF2-40B4-BE49-F238E27FC236}">
                <a16:creationId xmlns:a16="http://schemas.microsoft.com/office/drawing/2014/main" id="{615A5376-1BF7-43B0-8A16-B38AD25D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87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DKB-55 Pengajuan inventaris toko lewat aplikasi POS, approval ke bagian General Affair dan di acc oleh Keuangan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97e5fa7e854b41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43546550908695625">
            <a:extLst xmlns:a="http://schemas.openxmlformats.org/drawingml/2006/main">
              <a:ext uri="{FF2B5EF4-FFF2-40B4-BE49-F238E27FC236}">
                <a16:creationId xmlns:a16="http://schemas.microsoft.com/office/drawing/2014/main" id="{C43BEFE4-A9D3-491A-9D20-D4005C33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2571758296301564">
            <a:extLst xmlns:a="http://schemas.openxmlformats.org/drawingml/2006/main">
              <a:ext uri="{FF2B5EF4-FFF2-40B4-BE49-F238E27FC236}">
                <a16:creationId xmlns:a16="http://schemas.microsoft.com/office/drawing/2014/main" id="{CD2E9B00-8971-429C-AD81-15A70A6A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Inventaris GA &gt; Pengajuan</a:t>
            </a:r>
          </a:p>
        </p:txBody>
      </p:sp>
      <p:sp>
        <p:nvSpPr>
          <p:cNvPr id="6" name="text-0.5760289122597061">
            <a:extLst xmlns:a="http://schemas.openxmlformats.org/drawingml/2006/main">
              <a:ext uri="{FF2B5EF4-FFF2-40B4-BE49-F238E27FC236}">
                <a16:creationId xmlns:a16="http://schemas.microsoft.com/office/drawing/2014/main" id="{B0FAE54E-7EA7-4D90-8295-F9B24A50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516208331345672">
            <a:extLst xmlns:a="http://schemas.openxmlformats.org/drawingml/2006/main">
              <a:ext uri="{FF2B5EF4-FFF2-40B4-BE49-F238E27FC236}">
                <a16:creationId xmlns:a16="http://schemas.microsoft.com/office/drawing/2014/main" id="{E02B3C61-EC11-4D18-9BA1-3E02CF2E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LAYAR LIVE</a:t>
            </a:r>
          </a:p>
        </p:txBody>
      </p:sp>
      <p:sp>
        <p:nvSpPr>
          <p:cNvPr id="8" name="text-0.33869066922669944">
            <a:extLst xmlns:a="http://schemas.openxmlformats.org/drawingml/2006/main">
              <a:ext uri="{FF2B5EF4-FFF2-40B4-BE49-F238E27FC236}">
                <a16:creationId xmlns:a16="http://schemas.microsoft.com/office/drawing/2014/main" id="{298C2D1A-274D-4037-9633-B4B61F50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7917503230894116">
            <a:extLst xmlns:a="http://schemas.openxmlformats.org/drawingml/2006/main">
              <a:ext uri="{FF2B5EF4-FFF2-40B4-BE49-F238E27FC236}">
                <a16:creationId xmlns:a16="http://schemas.microsoft.com/office/drawing/2014/main" id="{19623E7F-26C4-44EC-8FF0-BBF4C6A9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08496135927999804">
            <a:extLst xmlns:a="http://schemas.openxmlformats.org/drawingml/2006/main">
              <a:ext uri="{FF2B5EF4-FFF2-40B4-BE49-F238E27FC236}">
                <a16:creationId xmlns:a16="http://schemas.microsoft.com/office/drawing/2014/main" id="{8B889000-E0E8-49DE-A0F2-489F433A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Live ABChicken 29-09-2026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35-ga-pengajuan.png</a:t>
            </a:r>
          </a:p>
        </p:txBody>
      </p:sp>
      <p:sp>
        <p:nvSpPr>
          <p:cNvPr id="11" name="text-0.3560630699334807">
            <a:extLst xmlns:a="http://schemas.openxmlformats.org/drawingml/2006/main">
              <a:ext uri="{FF2B5EF4-FFF2-40B4-BE49-F238E27FC236}">
                <a16:creationId xmlns:a16="http://schemas.microsoft.com/office/drawing/2014/main" id="{02991724-ACC3-40DB-AD67-458424FF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57/60</a:t>
            </a:r>
          </a:p>
        </p:txBody>
      </p:sp>
    </p:spTree>
    <p:extLst>
      <p:ext uri="{BB962C8B-B14F-4D97-AF65-F5344CB8AC3E}">
        <p14:creationId xmlns:p14="http://schemas.microsoft.com/office/powerpoint/2010/main" val="109726056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B9BEC2-FCB3-4B56-B63A-0DA87126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20504170543590106">
            <a:extLst xmlns:a="http://schemas.openxmlformats.org/drawingml/2006/main">
              <a:ext uri="{FF2B5EF4-FFF2-40B4-BE49-F238E27FC236}">
                <a16:creationId xmlns:a16="http://schemas.microsoft.com/office/drawing/2014/main" id="{D5BD1E27-0609-4D14-8325-6A64E3B9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DKB-56 List inventaris per toko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dcaf921ef04ca6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6978463624039807">
            <a:extLst xmlns:a="http://schemas.openxmlformats.org/drawingml/2006/main">
              <a:ext uri="{FF2B5EF4-FFF2-40B4-BE49-F238E27FC236}">
                <a16:creationId xmlns:a16="http://schemas.microsoft.com/office/drawing/2014/main" id="{4A544750-B2E5-4D38-A5E1-3BEAA964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7155798906095394">
            <a:extLst xmlns:a="http://schemas.openxmlformats.org/drawingml/2006/main">
              <a:ext uri="{FF2B5EF4-FFF2-40B4-BE49-F238E27FC236}">
                <a16:creationId xmlns:a16="http://schemas.microsoft.com/office/drawing/2014/main" id="{4F3B778F-7AA3-4C8C-AE90-3379F3CF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Inventaris GA &gt; Daftar Aset</a:t>
            </a:r>
          </a:p>
        </p:txBody>
      </p:sp>
      <p:sp>
        <p:nvSpPr>
          <p:cNvPr id="6" name="text-0.9651012357915951">
            <a:extLst xmlns:a="http://schemas.openxmlformats.org/drawingml/2006/main">
              <a:ext uri="{FF2B5EF4-FFF2-40B4-BE49-F238E27FC236}">
                <a16:creationId xmlns:a16="http://schemas.microsoft.com/office/drawing/2014/main" id="{C30EC556-039F-40B2-80A8-E1454EEA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34685815541061227">
            <a:extLst xmlns:a="http://schemas.openxmlformats.org/drawingml/2006/main">
              <a:ext uri="{FF2B5EF4-FFF2-40B4-BE49-F238E27FC236}">
                <a16:creationId xmlns:a16="http://schemas.microsoft.com/office/drawing/2014/main" id="{8E0C3825-1FD5-425A-8F79-9C845CA8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LAYAR LIVE</a:t>
            </a:r>
          </a:p>
        </p:txBody>
      </p:sp>
      <p:sp>
        <p:nvSpPr>
          <p:cNvPr id="8" name="text-0.6118674517936304">
            <a:extLst xmlns:a="http://schemas.openxmlformats.org/drawingml/2006/main">
              <a:ext uri="{FF2B5EF4-FFF2-40B4-BE49-F238E27FC236}">
                <a16:creationId xmlns:a16="http://schemas.microsoft.com/office/drawing/2014/main" id="{D60F7A4C-EAB3-4A4F-8E39-3650AE42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003633709869374946">
            <a:extLst xmlns:a="http://schemas.openxmlformats.org/drawingml/2006/main">
              <a:ext uri="{FF2B5EF4-FFF2-40B4-BE49-F238E27FC236}">
                <a16:creationId xmlns:a16="http://schemas.microsoft.com/office/drawing/2014/main" id="{28484659-0EE0-4F1B-BCAE-37F0D9E4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6623159897294473">
            <a:extLst xmlns:a="http://schemas.openxmlformats.org/drawingml/2006/main">
              <a:ext uri="{FF2B5EF4-FFF2-40B4-BE49-F238E27FC236}">
                <a16:creationId xmlns:a16="http://schemas.microsoft.com/office/drawing/2014/main" id="{32B60DD4-6C1A-465C-81B4-7A848F50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Live ABChicken 29-09-2026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35-inventaris-general-affair.png</a:t>
            </a:r>
          </a:p>
        </p:txBody>
      </p:sp>
      <p:sp>
        <p:nvSpPr>
          <p:cNvPr id="11" name="text-0.6508907153097098">
            <a:extLst xmlns:a="http://schemas.openxmlformats.org/drawingml/2006/main">
              <a:ext uri="{FF2B5EF4-FFF2-40B4-BE49-F238E27FC236}">
                <a16:creationId xmlns:a16="http://schemas.microsoft.com/office/drawing/2014/main" id="{0DF163F0-58A0-4B20-BCBF-DC2C850A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58/60</a:t>
            </a:r>
          </a:p>
        </p:txBody>
      </p:sp>
    </p:spTree>
    <p:extLst>
      <p:ext uri="{BB962C8B-B14F-4D97-AF65-F5344CB8AC3E}">
        <p14:creationId xmlns:p14="http://schemas.microsoft.com/office/powerpoint/2010/main" val="157800284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8FEEED-6331-4766-90FC-0874610E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031221409066490513">
            <a:extLst xmlns:a="http://schemas.openxmlformats.org/drawingml/2006/main">
              <a:ext uri="{FF2B5EF4-FFF2-40B4-BE49-F238E27FC236}">
                <a16:creationId xmlns:a16="http://schemas.microsoft.com/office/drawing/2014/main" id="{2B71EDD1-63C5-4C9C-B84E-14B30CA2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DKB-57 Pengajuan retur inventaris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92e4011c654226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04235941406036925">
            <a:extLst xmlns:a="http://schemas.openxmlformats.org/drawingml/2006/main">
              <a:ext uri="{FF2B5EF4-FFF2-40B4-BE49-F238E27FC236}">
                <a16:creationId xmlns:a16="http://schemas.microsoft.com/office/drawing/2014/main" id="{07D484CC-2B3A-4D6E-BDD5-732D5A38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1178054898313684">
            <a:extLst xmlns:a="http://schemas.openxmlformats.org/drawingml/2006/main">
              <a:ext uri="{FF2B5EF4-FFF2-40B4-BE49-F238E27FC236}">
                <a16:creationId xmlns:a16="http://schemas.microsoft.com/office/drawing/2014/main" id="{FD8C46D3-62CE-4E05-B177-4B6C98CA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Inventaris GA &gt; Retur</a:t>
            </a:r>
          </a:p>
        </p:txBody>
      </p:sp>
      <p:sp>
        <p:nvSpPr>
          <p:cNvPr id="6" name="text-0.9298131442494696">
            <a:extLst xmlns:a="http://schemas.openxmlformats.org/drawingml/2006/main">
              <a:ext uri="{FF2B5EF4-FFF2-40B4-BE49-F238E27FC236}">
                <a16:creationId xmlns:a16="http://schemas.microsoft.com/office/drawing/2014/main" id="{AF925823-EFF8-4BB0-90A7-A7A02DCD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08688627468460342">
            <a:extLst xmlns:a="http://schemas.openxmlformats.org/drawingml/2006/main">
              <a:ext uri="{FF2B5EF4-FFF2-40B4-BE49-F238E27FC236}">
                <a16:creationId xmlns:a16="http://schemas.microsoft.com/office/drawing/2014/main" id="{5E293875-D429-4E4D-A772-A36B1F28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LAYAR LIVE</a:t>
            </a:r>
          </a:p>
        </p:txBody>
      </p:sp>
      <p:sp>
        <p:nvSpPr>
          <p:cNvPr id="8" name="text-0.5646119605444465">
            <a:extLst xmlns:a="http://schemas.openxmlformats.org/drawingml/2006/main">
              <a:ext uri="{FF2B5EF4-FFF2-40B4-BE49-F238E27FC236}">
                <a16:creationId xmlns:a16="http://schemas.microsoft.com/office/drawing/2014/main" id="{422B3C1F-CAB6-4AD7-B640-E78642AE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216827355889059">
            <a:extLst xmlns:a="http://schemas.openxmlformats.org/drawingml/2006/main">
              <a:ext uri="{FF2B5EF4-FFF2-40B4-BE49-F238E27FC236}">
                <a16:creationId xmlns:a16="http://schemas.microsoft.com/office/drawing/2014/main" id="{736D98AA-BCED-4A5C-95D2-6644384A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8323945338416568">
            <a:extLst xmlns:a="http://schemas.openxmlformats.org/drawingml/2006/main">
              <a:ext uri="{FF2B5EF4-FFF2-40B4-BE49-F238E27FC236}">
                <a16:creationId xmlns:a16="http://schemas.microsoft.com/office/drawing/2014/main" id="{F15C3C46-72BF-4219-B839-02277276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Live ABChicken 29-09-2026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35-ga-form-retur.png</a:t>
            </a:r>
          </a:p>
        </p:txBody>
      </p:sp>
      <p:sp>
        <p:nvSpPr>
          <p:cNvPr id="11" name="text-0.5979149916796874">
            <a:extLst xmlns:a="http://schemas.openxmlformats.org/drawingml/2006/main">
              <a:ext uri="{FF2B5EF4-FFF2-40B4-BE49-F238E27FC236}">
                <a16:creationId xmlns:a16="http://schemas.microsoft.com/office/drawing/2014/main" id="{A7645DBF-E0A5-47D5-A837-0F4D731E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59/60</a:t>
            </a:r>
          </a:p>
        </p:txBody>
      </p:sp>
    </p:spTree>
    <p:extLst>
      <p:ext uri="{BB962C8B-B14F-4D97-AF65-F5344CB8AC3E}">
        <p14:creationId xmlns:p14="http://schemas.microsoft.com/office/powerpoint/2010/main" val="1142387334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D4F489-75E4-40DC-B0CD-0B2E8CAB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32D"/>
          </a:solidFill>
          <a:ln xmlns:a="http://schemas.openxmlformats.org/drawingml/2006/main" w="0">
            <a:noFill/>
          </a:ln>
        </p:spPr>
      </p:sp>
      <p:sp>
        <p:nvSpPr>
          <p:cNvPr id="2" name="text-0.1678896080708111">
            <a:extLst xmlns:a="http://schemas.openxmlformats.org/drawingml/2006/main">
              <a:ext uri="{FF2B5EF4-FFF2-40B4-BE49-F238E27FC236}">
                <a16:creationId xmlns:a16="http://schemas.microsoft.com/office/drawing/2014/main" id="{839B1111-B392-491B-8161-1E15976F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3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336"/>
                </a:solidFill>
                <a:latin typeface="Arial"/>
                <a:ea typeface="Arial"/>
                <a:cs typeface="Arial"/>
              </a:rPr>
              <a:t>DKB-58 Pengajuan perpindahan invetaris dari satu outlet ke outlet lainnya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b76784f68147d9"/>
          <a:stretch xmlns:a="http://schemas.openxmlformats.org/drawingml/2006/main"/>
        </p:blipFill>
        <p:spPr>
          <a:xfrm xmlns:a="http://schemas.openxmlformats.org/drawingml/2006/main">
            <a:off x="457200" y="1271588"/>
            <a:ext cx="7620000" cy="4429125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text-0.30102953687428824">
            <a:extLst xmlns:a="http://schemas.openxmlformats.org/drawingml/2006/main">
              <a:ext uri="{FF2B5EF4-FFF2-40B4-BE49-F238E27FC236}">
                <a16:creationId xmlns:a16="http://schemas.microsoft.com/office/drawing/2014/main" id="{795910BE-76C0-433C-9EC6-94E5E740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9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5" name="text-0.5098622913591521">
            <a:extLst xmlns:a="http://schemas.openxmlformats.org/drawingml/2006/main">
              <a:ext uri="{FF2B5EF4-FFF2-40B4-BE49-F238E27FC236}">
                <a16:creationId xmlns:a16="http://schemas.microsoft.com/office/drawing/2014/main" id="{7273417F-0167-4117-9751-7608866D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Inventaris GA &gt; Perpindahan</a:t>
            </a:r>
          </a:p>
        </p:txBody>
      </p:sp>
      <p:sp>
        <p:nvSpPr>
          <p:cNvPr id="6" name="text-0.8405115719609988">
            <a:extLst xmlns:a="http://schemas.openxmlformats.org/drawingml/2006/main">
              <a:ext uri="{FF2B5EF4-FFF2-40B4-BE49-F238E27FC236}">
                <a16:creationId xmlns:a16="http://schemas.microsoft.com/office/drawing/2014/main" id="{5FBD75ED-107B-4A9F-BB49-A2179F48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7" name="text-0.5552371570552074">
            <a:extLst xmlns:a="http://schemas.openxmlformats.org/drawingml/2006/main">
              <a:ext uri="{FF2B5EF4-FFF2-40B4-BE49-F238E27FC236}">
                <a16:creationId xmlns:a16="http://schemas.microsoft.com/office/drawing/2014/main" id="{90C3197B-12EA-4AB5-9CC2-C2FC270D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436"/>
                </a:solidFill>
                <a:latin typeface="Arial"/>
                <a:ea typeface="Arial"/>
                <a:cs typeface="Arial"/>
              </a:rPr>
              <a:t>LAYAR LIVE</a:t>
            </a:r>
          </a:p>
        </p:txBody>
      </p:sp>
      <p:sp>
        <p:nvSpPr>
          <p:cNvPr id="8" name="text-0.2745957520165029">
            <a:extLst xmlns:a="http://schemas.openxmlformats.org/drawingml/2006/main">
              <a:ext uri="{FF2B5EF4-FFF2-40B4-BE49-F238E27FC236}">
                <a16:creationId xmlns:a16="http://schemas.microsoft.com/office/drawing/2014/main" id="{7F96BD86-F511-4F36-A46B-AB46014D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3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9" name="text-0.4370017656988521">
            <a:extLst xmlns:a="http://schemas.openxmlformats.org/drawingml/2006/main">
              <a:ext uri="{FF2B5EF4-FFF2-40B4-BE49-F238E27FC236}">
                <a16:creationId xmlns:a16="http://schemas.microsoft.com/office/drawing/2014/main" id="{3CFE64C4-3304-4332-ACDC-105D98DF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1. Menu atau konteks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2. Filter atau kontrol utama</a:t>
            </a:r>
          </a:p>
          <a:p xmlns:a="http://schemas.openxmlformats.org/drawingml/2006/main">
            <a:pPr algn="l">
              <a:defRPr sz="1425" b="0">
                <a:solidFill>
                  <a:srgbClr val="1624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436"/>
                </a:solidFill>
                <a:latin typeface="Arial"/>
                <a:ea typeface="Arial"/>
                <a:cs typeface="Arial"/>
              </a:rPr>
              <a:t>3. Data atau aksi yang diuji</a:t>
            </a:r>
          </a:p>
        </p:txBody>
      </p:sp>
      <p:sp>
        <p:nvSpPr>
          <p:cNvPr id="10" name="text-0.16079800265018984">
            <a:extLst xmlns:a="http://schemas.openxmlformats.org/drawingml/2006/main">
              <a:ext uri="{FF2B5EF4-FFF2-40B4-BE49-F238E27FC236}">
                <a16:creationId xmlns:a16="http://schemas.microsoft.com/office/drawing/2014/main" id="{E3AE7854-C4D3-4648-A0CD-F0C7E267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Sumber: Live ABChicken 29-09-2026</a:t>
            </a:r>
          </a:p>
          <a:p xmlns:a="http://schemas.openxmlformats.org/drawingml/2006/main">
            <a:pPr algn="l">
              <a:defRPr sz="1050" b="0">
                <a:solidFill>
                  <a:srgbClr val="5C6A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7C"/>
                </a:solidFill>
                <a:latin typeface="Arial"/>
                <a:ea typeface="Arial"/>
                <a:cs typeface="Arial"/>
              </a:rPr>
              <a:t>35-ga-form-perpindahan.png</a:t>
            </a:r>
          </a:p>
        </p:txBody>
      </p:sp>
      <p:sp>
        <p:nvSpPr>
          <p:cNvPr id="11" name="text-0.7458703480737037">
            <a:extLst xmlns:a="http://schemas.openxmlformats.org/drawingml/2006/main">
              <a:ext uri="{FF2B5EF4-FFF2-40B4-BE49-F238E27FC236}">
                <a16:creationId xmlns:a16="http://schemas.microsoft.com/office/drawing/2014/main" id="{C936BC02-6A99-40AA-AFF4-4592CAD8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29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86"/>
                </a:solidFill>
                <a:latin typeface="Arial"/>
                <a:ea typeface="Arial"/>
                <a:cs typeface="Arial"/>
              </a:rPr>
              <a:t>ABChicken | Rev4 | 60/60</a:t>
            </a:r>
          </a:p>
        </p:txBody>
      </p:sp>
    </p:spTree>
    <p:extLst>
      <p:ext uri="{BB962C8B-B14F-4D97-AF65-F5344CB8AC3E}">
        <p14:creationId xmlns:p14="http://schemas.microsoft.com/office/powerpoint/2010/main" val="14756886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2026-09-29T15:14:13.7980000Z</dcterms:created>
  <dcterms:modified xsi:type="dcterms:W3CDTF">2026-09-29T15:14:13.7980000Z</dcterms:modified>
</coreProperties>
</file>