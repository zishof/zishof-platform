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c0e36ab8e846a6" /><Relationship Type="http://schemas.openxmlformats.org/officeDocument/2006/relationships/extended-properties" Target="/docProps/app.xml" Id="Rf65c3d1a0deb40c5" /><Relationship Type="http://schemas.openxmlformats.org/officeDocument/2006/relationships/officeDocument" Target="/ppt/presentation.xml" Id="Rf0e250087689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2caf5082d94e39"/>
  </p:sldMasterIdLst>
  <p:notesMasterIdLst>
    <p:notesMasterId xmlns:r="http://schemas.openxmlformats.org/officeDocument/2006/relationships" r:id="Rf24b781e28644e93"/>
  </p:notesMasterIdLst>
  <p:sldIdLst>
    <p:sldId xmlns:r="http://schemas.openxmlformats.org/officeDocument/2006/relationships" id="256" r:id="R756cf98378904de0"/>
    <p:sldId xmlns:r="http://schemas.openxmlformats.org/officeDocument/2006/relationships" id="257" r:id="R20d9994308da4d48"/>
    <p:sldId xmlns:r="http://schemas.openxmlformats.org/officeDocument/2006/relationships" id="258" r:id="Rfdfe04a2f5cb407c"/>
    <p:sldId xmlns:r="http://schemas.openxmlformats.org/officeDocument/2006/relationships" id="259" r:id="Rd7f4440c4a3f4e5e"/>
    <p:sldId xmlns:r="http://schemas.openxmlformats.org/officeDocument/2006/relationships" id="260" r:id="R38f46b7b856d49fb"/>
    <p:sldId xmlns:r="http://schemas.openxmlformats.org/officeDocument/2006/relationships" id="261" r:id="R31a5d8f09f9e4467"/>
    <p:sldId xmlns:r="http://schemas.openxmlformats.org/officeDocument/2006/relationships" id="262" r:id="R92cf0730f23c4056"/>
    <p:sldId xmlns:r="http://schemas.openxmlformats.org/officeDocument/2006/relationships" id="263" r:id="Rfcb7befc1bbd45a1"/>
    <p:sldId xmlns:r="http://schemas.openxmlformats.org/officeDocument/2006/relationships" id="264" r:id="R755834e540f14f21"/>
    <p:sldId xmlns:r="http://schemas.openxmlformats.org/officeDocument/2006/relationships" id="265" r:id="Rccbda3e961cf4a22"/>
    <p:sldId xmlns:r="http://schemas.openxmlformats.org/officeDocument/2006/relationships" id="266" r:id="Rf49e8c77bc1c4ff9"/>
    <p:sldId xmlns:r="http://schemas.openxmlformats.org/officeDocument/2006/relationships" id="267" r:id="R8326447856aa4f6d"/>
    <p:sldId xmlns:r="http://schemas.openxmlformats.org/officeDocument/2006/relationships" id="268" r:id="R3940afe5fc974e92"/>
    <p:sldId xmlns:r="http://schemas.openxmlformats.org/officeDocument/2006/relationships" id="269" r:id="Rc77f88c38e624c34"/>
    <p:sldId xmlns:r="http://schemas.openxmlformats.org/officeDocument/2006/relationships" id="270" r:id="R0524b78b061e4350"/>
    <p:sldId xmlns:r="http://schemas.openxmlformats.org/officeDocument/2006/relationships" id="271" r:id="R251c5efcd47d48f6"/>
    <p:sldId xmlns:r="http://schemas.openxmlformats.org/officeDocument/2006/relationships" id="272" r:id="R931afe4f05ec44aa"/>
    <p:sldId xmlns:r="http://schemas.openxmlformats.org/officeDocument/2006/relationships" id="273" r:id="R20e43c63545741f3"/>
    <p:sldId xmlns:r="http://schemas.openxmlformats.org/officeDocument/2006/relationships" id="274" r:id="Re0f58c6a64cd49ad"/>
    <p:sldId xmlns:r="http://schemas.openxmlformats.org/officeDocument/2006/relationships" id="275" r:id="R4e9b9582687d4279"/>
    <p:sldId xmlns:r="http://schemas.openxmlformats.org/officeDocument/2006/relationships" id="276" r:id="R4e80cafd0cec479b"/>
    <p:sldId xmlns:r="http://schemas.openxmlformats.org/officeDocument/2006/relationships" id="277" r:id="R19cadb31df2748b1"/>
    <p:sldId xmlns:r="http://schemas.openxmlformats.org/officeDocument/2006/relationships" id="278" r:id="Ra7fae70756aa4388"/>
    <p:sldId xmlns:r="http://schemas.openxmlformats.org/officeDocument/2006/relationships" id="279" r:id="Rb25989e3ff38441e"/>
    <p:sldId xmlns:r="http://schemas.openxmlformats.org/officeDocument/2006/relationships" id="280" r:id="Ra87eda773bf84de7"/>
    <p:sldId xmlns:r="http://schemas.openxmlformats.org/officeDocument/2006/relationships" id="281" r:id="Rdae8e55de0a0422c"/>
    <p:sldId xmlns:r="http://schemas.openxmlformats.org/officeDocument/2006/relationships" id="282" r:id="R56cf7b5d1b204c64"/>
    <p:sldId xmlns:r="http://schemas.openxmlformats.org/officeDocument/2006/relationships" id="283" r:id="R6e8f84e6f08d4129"/>
    <p:sldId xmlns:r="http://schemas.openxmlformats.org/officeDocument/2006/relationships" id="284" r:id="R0f307f6513914031"/>
    <p:sldId xmlns:r="http://schemas.openxmlformats.org/officeDocument/2006/relationships" id="285" r:id="Rf60783735ecd41c0"/>
    <p:sldId xmlns:r="http://schemas.openxmlformats.org/officeDocument/2006/relationships" id="286" r:id="R7bd069263a094581"/>
    <p:sldId xmlns:r="http://schemas.openxmlformats.org/officeDocument/2006/relationships" id="287" r:id="R06dc92e0dcf9451e"/>
    <p:sldId xmlns:r="http://schemas.openxmlformats.org/officeDocument/2006/relationships" id="288" r:id="Rcb32614a1eff4afa"/>
    <p:sldId xmlns:r="http://schemas.openxmlformats.org/officeDocument/2006/relationships" id="289" r:id="Rbd5a471158e74afb"/>
    <p:sldId xmlns:r="http://schemas.openxmlformats.org/officeDocument/2006/relationships" id="290" r:id="R93cd3359fa624218"/>
    <p:sldId xmlns:r="http://schemas.openxmlformats.org/officeDocument/2006/relationships" id="291" r:id="Ref0e7bcb783e4c33"/>
    <p:sldId xmlns:r="http://schemas.openxmlformats.org/officeDocument/2006/relationships" id="292" r:id="R7b9177b10d6542a7"/>
    <p:sldId xmlns:r="http://schemas.openxmlformats.org/officeDocument/2006/relationships" id="293" r:id="R98503c43ff0f49c2"/>
    <p:sldId xmlns:r="http://schemas.openxmlformats.org/officeDocument/2006/relationships" id="294" r:id="R5c9c80f0088c49d0"/>
    <p:sldId xmlns:r="http://schemas.openxmlformats.org/officeDocument/2006/relationships" id="295" r:id="Rb609fa20f238428a"/>
    <p:sldId xmlns:r="http://schemas.openxmlformats.org/officeDocument/2006/relationships" id="296" r:id="Ra0e3219b9e7e4a88"/>
    <p:sldId xmlns:r="http://schemas.openxmlformats.org/officeDocument/2006/relationships" id="297" r:id="Ra517b235c4e8401b"/>
    <p:sldId xmlns:r="http://schemas.openxmlformats.org/officeDocument/2006/relationships" id="298" r:id="Rf1a7cd8ed50843ee"/>
    <p:sldId xmlns:r="http://schemas.openxmlformats.org/officeDocument/2006/relationships" id="299" r:id="Rc482c4988cfa4b65"/>
    <p:sldId xmlns:r="http://schemas.openxmlformats.org/officeDocument/2006/relationships" id="300" r:id="R6efeceb758464490"/>
    <p:sldId xmlns:r="http://schemas.openxmlformats.org/officeDocument/2006/relationships" id="301" r:id="R4994c89efe3c4e9c"/>
    <p:sldId xmlns:r="http://schemas.openxmlformats.org/officeDocument/2006/relationships" id="302" r:id="Rd96b5d6e73d14318"/>
    <p:sldId xmlns:r="http://schemas.openxmlformats.org/officeDocument/2006/relationships" id="303" r:id="Red6a01f8726d43f8"/>
    <p:sldId xmlns:r="http://schemas.openxmlformats.org/officeDocument/2006/relationships" id="304" r:id="R4b9a00ac50404c8e"/>
    <p:sldId xmlns:r="http://schemas.openxmlformats.org/officeDocument/2006/relationships" id="305" r:id="R242b046a7b3e45cb"/>
    <p:sldId xmlns:r="http://schemas.openxmlformats.org/officeDocument/2006/relationships" id="306" r:id="R10be76e74df94f3f"/>
    <p:sldId xmlns:r="http://schemas.openxmlformats.org/officeDocument/2006/relationships" id="307" r:id="Re0d8c146b4294911"/>
    <p:sldId xmlns:r="http://schemas.openxmlformats.org/officeDocument/2006/relationships" id="308" r:id="R3a290f64c6904581"/>
    <p:sldId xmlns:r="http://schemas.openxmlformats.org/officeDocument/2006/relationships" id="309" r:id="Raeb2e0e0a24e4076"/>
    <p:sldId xmlns:r="http://schemas.openxmlformats.org/officeDocument/2006/relationships" id="310" r:id="Rcfbf4743edc54eeb"/>
    <p:sldId xmlns:r="http://schemas.openxmlformats.org/officeDocument/2006/relationships" id="311" r:id="R4c7ed83f8cde4c90"/>
    <p:sldId xmlns:r="http://schemas.openxmlformats.org/officeDocument/2006/relationships" id="312" r:id="R6e043fda9801451d"/>
    <p:sldId xmlns:r="http://schemas.openxmlformats.org/officeDocument/2006/relationships" id="313" r:id="R2ce51fa41fa946e7"/>
    <p:sldId xmlns:r="http://schemas.openxmlformats.org/officeDocument/2006/relationships" id="314" r:id="R01b24ecf4ba64362"/>
    <p:sldId xmlns:r="http://schemas.openxmlformats.org/officeDocument/2006/relationships" id="315" r:id="R680f3ad28fbc4330"/>
    <p:sldId xmlns:r="http://schemas.openxmlformats.org/officeDocument/2006/relationships" id="316" r:id="R1d6002ecd4bd4c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c3498fb864d46" /><Relationship Type="http://schemas.openxmlformats.org/officeDocument/2006/relationships/slideMaster" Target="/ppt/slideMasters/slideMaster1.xml" Id="Rb02caf5082d94e39" /><Relationship Type="http://schemas.openxmlformats.org/officeDocument/2006/relationships/notesMaster" Target="/ppt/notesMasters/notesMaster1.xml" Id="Rf24b781e28644e93" /><Relationship Type="http://schemas.openxmlformats.org/officeDocument/2006/relationships/presProps" Target="/ppt/presProps.xml" Id="Rcbcee1b221174f5e" /><Relationship Type="http://schemas.openxmlformats.org/officeDocument/2006/relationships/tableStyles" Target="/ppt/tableStyles.xml" Id="R7d42404d3ba44077" /><Relationship Type="http://schemas.openxmlformats.org/officeDocument/2006/relationships/slide" Target="/ppt/slides/slide1.xml" Id="R756cf98378904de0" /><Relationship Type="http://schemas.openxmlformats.org/officeDocument/2006/relationships/slide" Target="/ppt/slides/slide2.xml" Id="R20d9994308da4d48" /><Relationship Type="http://schemas.openxmlformats.org/officeDocument/2006/relationships/slide" Target="/ppt/slides/slide3.xml" Id="Rfdfe04a2f5cb407c" /><Relationship Type="http://schemas.openxmlformats.org/officeDocument/2006/relationships/slide" Target="/ppt/slides/slide4.xml" Id="Rd7f4440c4a3f4e5e" /><Relationship Type="http://schemas.openxmlformats.org/officeDocument/2006/relationships/slide" Target="/ppt/slides/slide5.xml" Id="R38f46b7b856d49fb" /><Relationship Type="http://schemas.openxmlformats.org/officeDocument/2006/relationships/slide" Target="/ppt/slides/slide6.xml" Id="R31a5d8f09f9e4467" /><Relationship Type="http://schemas.openxmlformats.org/officeDocument/2006/relationships/slide" Target="/ppt/slides/slide7.xml" Id="R92cf0730f23c4056" /><Relationship Type="http://schemas.openxmlformats.org/officeDocument/2006/relationships/slide" Target="/ppt/slides/slide8.xml" Id="Rfcb7befc1bbd45a1" /><Relationship Type="http://schemas.openxmlformats.org/officeDocument/2006/relationships/slide" Target="/ppt/slides/slide9.xml" Id="R755834e540f14f21" /><Relationship Type="http://schemas.openxmlformats.org/officeDocument/2006/relationships/slide" Target="/ppt/slides/slide10.xml" Id="Rccbda3e961cf4a22" /><Relationship Type="http://schemas.openxmlformats.org/officeDocument/2006/relationships/slide" Target="/ppt/slides/slide11.xml" Id="Rf49e8c77bc1c4ff9" /><Relationship Type="http://schemas.openxmlformats.org/officeDocument/2006/relationships/slide" Target="/ppt/slides/slide12.xml" Id="R8326447856aa4f6d" /><Relationship Type="http://schemas.openxmlformats.org/officeDocument/2006/relationships/slide" Target="/ppt/slides/slide13.xml" Id="R3940afe5fc974e92" /><Relationship Type="http://schemas.openxmlformats.org/officeDocument/2006/relationships/slide" Target="/ppt/slides/slide14.xml" Id="Rc77f88c38e624c34" /><Relationship Type="http://schemas.openxmlformats.org/officeDocument/2006/relationships/slide" Target="/ppt/slides/slide15.xml" Id="R0524b78b061e4350" /><Relationship Type="http://schemas.openxmlformats.org/officeDocument/2006/relationships/slide" Target="/ppt/slides/slide16.xml" Id="R251c5efcd47d48f6" /><Relationship Type="http://schemas.openxmlformats.org/officeDocument/2006/relationships/slide" Target="/ppt/slides/slide17.xml" Id="R931afe4f05ec44aa" /><Relationship Type="http://schemas.openxmlformats.org/officeDocument/2006/relationships/slide" Target="/ppt/slides/slide18.xml" Id="R20e43c63545741f3" /><Relationship Type="http://schemas.openxmlformats.org/officeDocument/2006/relationships/slide" Target="/ppt/slides/slide19.xml" Id="Re0f58c6a64cd49ad" /><Relationship Type="http://schemas.openxmlformats.org/officeDocument/2006/relationships/slide" Target="/ppt/slides/slide20.xml" Id="R4e9b9582687d4279" /><Relationship Type="http://schemas.openxmlformats.org/officeDocument/2006/relationships/slide" Target="/ppt/slides/slide21.xml" Id="R4e80cafd0cec479b" /><Relationship Type="http://schemas.openxmlformats.org/officeDocument/2006/relationships/slide" Target="/ppt/slides/slide22.xml" Id="R19cadb31df2748b1" /><Relationship Type="http://schemas.openxmlformats.org/officeDocument/2006/relationships/slide" Target="/ppt/slides/slide23.xml" Id="Ra7fae70756aa4388" /><Relationship Type="http://schemas.openxmlformats.org/officeDocument/2006/relationships/slide" Target="/ppt/slides/slide24.xml" Id="Rb25989e3ff38441e" /><Relationship Type="http://schemas.openxmlformats.org/officeDocument/2006/relationships/slide" Target="/ppt/slides/slide25.xml" Id="Ra87eda773bf84de7" /><Relationship Type="http://schemas.openxmlformats.org/officeDocument/2006/relationships/slide" Target="/ppt/slides/slide26.xml" Id="Rdae8e55de0a0422c" /><Relationship Type="http://schemas.openxmlformats.org/officeDocument/2006/relationships/slide" Target="/ppt/slides/slide27.xml" Id="R56cf7b5d1b204c64" /><Relationship Type="http://schemas.openxmlformats.org/officeDocument/2006/relationships/slide" Target="/ppt/slides/slide28.xml" Id="R6e8f84e6f08d4129" /><Relationship Type="http://schemas.openxmlformats.org/officeDocument/2006/relationships/slide" Target="/ppt/slides/slide29.xml" Id="R0f307f6513914031" /><Relationship Type="http://schemas.openxmlformats.org/officeDocument/2006/relationships/slide" Target="/ppt/slides/slide30.xml" Id="Rf60783735ecd41c0" /><Relationship Type="http://schemas.openxmlformats.org/officeDocument/2006/relationships/slide" Target="/ppt/slides/slide31.xml" Id="R7bd069263a094581" /><Relationship Type="http://schemas.openxmlformats.org/officeDocument/2006/relationships/slide" Target="/ppt/slides/slide32.xml" Id="R06dc92e0dcf9451e" /><Relationship Type="http://schemas.openxmlformats.org/officeDocument/2006/relationships/slide" Target="/ppt/slides/slide33.xml" Id="Rcb32614a1eff4afa" /><Relationship Type="http://schemas.openxmlformats.org/officeDocument/2006/relationships/slide" Target="/ppt/slides/slide34.xml" Id="Rbd5a471158e74afb" /><Relationship Type="http://schemas.openxmlformats.org/officeDocument/2006/relationships/slide" Target="/ppt/slides/slide35.xml" Id="R93cd3359fa624218" /><Relationship Type="http://schemas.openxmlformats.org/officeDocument/2006/relationships/slide" Target="/ppt/slides/slide36.xml" Id="Ref0e7bcb783e4c33" /><Relationship Type="http://schemas.openxmlformats.org/officeDocument/2006/relationships/slide" Target="/ppt/slides/slide37.xml" Id="R7b9177b10d6542a7" /><Relationship Type="http://schemas.openxmlformats.org/officeDocument/2006/relationships/slide" Target="/ppt/slides/slide38.xml" Id="R98503c43ff0f49c2" /><Relationship Type="http://schemas.openxmlformats.org/officeDocument/2006/relationships/slide" Target="/ppt/slides/slide39.xml" Id="R5c9c80f0088c49d0" /><Relationship Type="http://schemas.openxmlformats.org/officeDocument/2006/relationships/slide" Target="/ppt/slides/slide40.xml" Id="Rb609fa20f238428a" /><Relationship Type="http://schemas.openxmlformats.org/officeDocument/2006/relationships/slide" Target="/ppt/slides/slide41.xml" Id="Ra0e3219b9e7e4a88" /><Relationship Type="http://schemas.openxmlformats.org/officeDocument/2006/relationships/slide" Target="/ppt/slides/slide42.xml" Id="Ra517b235c4e8401b" /><Relationship Type="http://schemas.openxmlformats.org/officeDocument/2006/relationships/slide" Target="/ppt/slides/slide43.xml" Id="Rf1a7cd8ed50843ee" /><Relationship Type="http://schemas.openxmlformats.org/officeDocument/2006/relationships/slide" Target="/ppt/slides/slide44.xml" Id="Rc482c4988cfa4b65" /><Relationship Type="http://schemas.openxmlformats.org/officeDocument/2006/relationships/slide" Target="/ppt/slides/slide45.xml" Id="R6efeceb758464490" /><Relationship Type="http://schemas.openxmlformats.org/officeDocument/2006/relationships/slide" Target="/ppt/slides/slide46.xml" Id="R4994c89efe3c4e9c" /><Relationship Type="http://schemas.openxmlformats.org/officeDocument/2006/relationships/slide" Target="/ppt/slides/slide47.xml" Id="Rd96b5d6e73d14318" /><Relationship Type="http://schemas.openxmlformats.org/officeDocument/2006/relationships/slide" Target="/ppt/slides/slide48.xml" Id="Red6a01f8726d43f8" /><Relationship Type="http://schemas.openxmlformats.org/officeDocument/2006/relationships/slide" Target="/ppt/slides/slide49.xml" Id="R4b9a00ac50404c8e" /><Relationship Type="http://schemas.openxmlformats.org/officeDocument/2006/relationships/slide" Target="/ppt/slides/slide50.xml" Id="R242b046a7b3e45cb" /><Relationship Type="http://schemas.openxmlformats.org/officeDocument/2006/relationships/slide" Target="/ppt/slides/slide51.xml" Id="R10be76e74df94f3f" /><Relationship Type="http://schemas.openxmlformats.org/officeDocument/2006/relationships/slide" Target="/ppt/slides/slide52.xml" Id="Re0d8c146b4294911" /><Relationship Type="http://schemas.openxmlformats.org/officeDocument/2006/relationships/slide" Target="/ppt/slides/slide53.xml" Id="R3a290f64c6904581" /><Relationship Type="http://schemas.openxmlformats.org/officeDocument/2006/relationships/slide" Target="/ppt/slides/slide54.xml" Id="Raeb2e0e0a24e4076" /><Relationship Type="http://schemas.openxmlformats.org/officeDocument/2006/relationships/slide" Target="/ppt/slides/slide55.xml" Id="Rcfbf4743edc54eeb" /><Relationship Type="http://schemas.openxmlformats.org/officeDocument/2006/relationships/slide" Target="/ppt/slides/slide56.xml" Id="R4c7ed83f8cde4c90" /><Relationship Type="http://schemas.openxmlformats.org/officeDocument/2006/relationships/slide" Target="/ppt/slides/slide57.xml" Id="R6e043fda9801451d" /><Relationship Type="http://schemas.openxmlformats.org/officeDocument/2006/relationships/slide" Target="/ppt/slides/slide58.xml" Id="R2ce51fa41fa946e7" /><Relationship Type="http://schemas.openxmlformats.org/officeDocument/2006/relationships/slide" Target="/ppt/slides/slide59.xml" Id="R01b24ecf4ba64362" /><Relationship Type="http://schemas.openxmlformats.org/officeDocument/2006/relationships/slide" Target="/ppt/slides/slide60.xml" Id="R680f3ad28fbc4330" /><Relationship Type="http://schemas.openxmlformats.org/officeDocument/2006/relationships/slide" Target="/ppt/slides/slide61.xml" Id="R1d6002ecd4bd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b0217df675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ac65d361b4bd5" /><Relationship Type="http://schemas.openxmlformats.org/officeDocument/2006/relationships/notesMaster" Target="/ppt/notesMasters/notesMaster1.xml" Id="R21c651d04e8b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05fafa20d408e" /><Relationship Type="http://schemas.openxmlformats.org/officeDocument/2006/relationships/notesMaster" Target="/ppt/notesMasters/notesMaster1.xml" Id="Rac6b3708af4149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ed805b4ca74d13" /><Relationship Type="http://schemas.openxmlformats.org/officeDocument/2006/relationships/notesMaster" Target="/ppt/notesMasters/notesMaster1.xml" Id="R4084269e0aff47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4bf345ff64793" /><Relationship Type="http://schemas.openxmlformats.org/officeDocument/2006/relationships/notesMaster" Target="/ppt/notesMasters/notesMaster1.xml" Id="R60f3ff3a99f343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85bacf375d4ba6" /><Relationship Type="http://schemas.openxmlformats.org/officeDocument/2006/relationships/notesMaster" Target="/ppt/notesMasters/notesMaster1.xml" Id="Rd19f26887b5a48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7575b6c3e14667" /><Relationship Type="http://schemas.openxmlformats.org/officeDocument/2006/relationships/notesMaster" Target="/ppt/notesMasters/notesMaster1.xml" Id="Rbd587059427548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39937c61124625" /><Relationship Type="http://schemas.openxmlformats.org/officeDocument/2006/relationships/notesMaster" Target="/ppt/notesMasters/notesMaster1.xml" Id="Rd0745f15086c4f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0b059ba1947bd" /><Relationship Type="http://schemas.openxmlformats.org/officeDocument/2006/relationships/notesMaster" Target="/ppt/notesMasters/notesMaster1.xml" Id="R9cbfe13fdc8a4e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75b39996184719" /><Relationship Type="http://schemas.openxmlformats.org/officeDocument/2006/relationships/notesMaster" Target="/ppt/notesMasters/notesMaster1.xml" Id="R10fab39b35134f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9500f0903f4f13" /><Relationship Type="http://schemas.openxmlformats.org/officeDocument/2006/relationships/notesMaster" Target="/ppt/notesMasters/notesMaster1.xml" Id="Rd5fca227c0004f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05a03da1e04ca7" /><Relationship Type="http://schemas.openxmlformats.org/officeDocument/2006/relationships/notesMaster" Target="/ppt/notesMasters/notesMaster1.xml" Id="R5829bdff76744d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dee623731046ac" /><Relationship Type="http://schemas.openxmlformats.org/officeDocument/2006/relationships/notesMaster" Target="/ppt/notesMasters/notesMaster1.xml" Id="R25e21916ddb049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ef3d70a4c94bbf" /><Relationship Type="http://schemas.openxmlformats.org/officeDocument/2006/relationships/notesMaster" Target="/ppt/notesMasters/notesMaster1.xml" Id="R2c49d99d75854f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f4395c8fdc4d26" /><Relationship Type="http://schemas.openxmlformats.org/officeDocument/2006/relationships/notesMaster" Target="/ppt/notesMasters/notesMaster1.xml" Id="R2bdd196c555540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e9cdb6efd54b01" /><Relationship Type="http://schemas.openxmlformats.org/officeDocument/2006/relationships/notesMaster" Target="/ppt/notesMasters/notesMaster1.xml" Id="Rbeba466b73db4a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ee413b78434f19" /><Relationship Type="http://schemas.openxmlformats.org/officeDocument/2006/relationships/notesMaster" Target="/ppt/notesMasters/notesMaster1.xml" Id="R2d09a0780a4f4c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d0da5d8d864980" /><Relationship Type="http://schemas.openxmlformats.org/officeDocument/2006/relationships/notesMaster" Target="/ppt/notesMasters/notesMaster1.xml" Id="Reabd13843ba44c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8d6d15684c4d97" /><Relationship Type="http://schemas.openxmlformats.org/officeDocument/2006/relationships/notesMaster" Target="/ppt/notesMasters/notesMaster1.xml" Id="R1333d3cb673647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f77f615cd64a44" /><Relationship Type="http://schemas.openxmlformats.org/officeDocument/2006/relationships/notesMaster" Target="/ppt/notesMasters/notesMaster1.xml" Id="R1283e68f296745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c59a6564af4582" /><Relationship Type="http://schemas.openxmlformats.org/officeDocument/2006/relationships/notesMaster" Target="/ppt/notesMasters/notesMaster1.xml" Id="R8630fbcacb1140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425e7fb9554413" /><Relationship Type="http://schemas.openxmlformats.org/officeDocument/2006/relationships/notesMaster" Target="/ppt/notesMasters/notesMaster1.xml" Id="R14cf2976ca434e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bfc1a62580476d" /><Relationship Type="http://schemas.openxmlformats.org/officeDocument/2006/relationships/notesMaster" Target="/ppt/notesMasters/notesMaster1.xml" Id="Ra7868dfa42c544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755e7680aa414a" /><Relationship Type="http://schemas.openxmlformats.org/officeDocument/2006/relationships/notesMaster" Target="/ppt/notesMasters/notesMaster1.xml" Id="R0e14222f420248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8d52d217a54886" /><Relationship Type="http://schemas.openxmlformats.org/officeDocument/2006/relationships/notesMaster" Target="/ppt/notesMasters/notesMaster1.xml" Id="R6823854c861243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e3a399970a4ea1" /><Relationship Type="http://schemas.openxmlformats.org/officeDocument/2006/relationships/notesMaster" Target="/ppt/notesMasters/notesMaster1.xml" Id="Rc35427b4f89b4f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75820f4ac2449b" /><Relationship Type="http://schemas.openxmlformats.org/officeDocument/2006/relationships/notesMaster" Target="/ppt/notesMasters/notesMaster1.xml" Id="R7ff06a0e5e0044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4ad08304774e2b" /><Relationship Type="http://schemas.openxmlformats.org/officeDocument/2006/relationships/notesMaster" Target="/ppt/notesMasters/notesMaster1.xml" Id="R23b58ff798b441e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73f4a4ffbd4ad2" /><Relationship Type="http://schemas.openxmlformats.org/officeDocument/2006/relationships/notesMaster" Target="/ppt/notesMasters/notesMaster1.xml" Id="Rbce62f73250c48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9ecf83055f43a9" /><Relationship Type="http://schemas.openxmlformats.org/officeDocument/2006/relationships/notesMaster" Target="/ppt/notesMasters/notesMaster1.xml" Id="R27385afe62894b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38ef885f2145db" /><Relationship Type="http://schemas.openxmlformats.org/officeDocument/2006/relationships/notesMaster" Target="/ppt/notesMasters/notesMaster1.xml" Id="R7e8e5355972d42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e1c403f33294a80" /><Relationship Type="http://schemas.openxmlformats.org/officeDocument/2006/relationships/notesMaster" Target="/ppt/notesMasters/notesMaster1.xml" Id="R0ccee759ca8449f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2fc720b747454e" /><Relationship Type="http://schemas.openxmlformats.org/officeDocument/2006/relationships/notesMaster" Target="/ppt/notesMasters/notesMaster1.xml" Id="R3d1d91b0ce5e41d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e904deb85e548e9" /><Relationship Type="http://schemas.openxmlformats.org/officeDocument/2006/relationships/notesMaster" Target="/ppt/notesMasters/notesMaster1.xml" Id="R6487ed9aa841400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4965d853244f5e" /><Relationship Type="http://schemas.openxmlformats.org/officeDocument/2006/relationships/notesMaster" Target="/ppt/notesMasters/notesMaster1.xml" Id="Ra18775872f984c5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44872c573f400c" /><Relationship Type="http://schemas.openxmlformats.org/officeDocument/2006/relationships/notesMaster" Target="/ppt/notesMasters/notesMaster1.xml" Id="Rc31c2cade82a487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e5b7f801944ef9" /><Relationship Type="http://schemas.openxmlformats.org/officeDocument/2006/relationships/notesMaster" Target="/ppt/notesMasters/notesMaster1.xml" Id="R0bd11bdcc5ea4b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e99d5f79f8d4cdf" /><Relationship Type="http://schemas.openxmlformats.org/officeDocument/2006/relationships/notesMaster" Target="/ppt/notesMasters/notesMaster1.xml" Id="Ra13d4fccee494d5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de03af5088c415d" /><Relationship Type="http://schemas.openxmlformats.org/officeDocument/2006/relationships/notesMaster" Target="/ppt/notesMasters/notesMaster1.xml" Id="R2fe2ab3ab73241b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447fd5291284430" /><Relationship Type="http://schemas.openxmlformats.org/officeDocument/2006/relationships/notesMaster" Target="/ppt/notesMasters/notesMaster1.xml" Id="R6ff876aea87b49e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f10c60dde5741a5" /><Relationship Type="http://schemas.openxmlformats.org/officeDocument/2006/relationships/notesMaster" Target="/ppt/notesMasters/notesMaster1.xml" Id="Rcc9884f935174a9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ad5a26e74824803" /><Relationship Type="http://schemas.openxmlformats.org/officeDocument/2006/relationships/notesMaster" Target="/ppt/notesMasters/notesMaster1.xml" Id="R19e4b20ccdf646a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d8b16d9d73453e" /><Relationship Type="http://schemas.openxmlformats.org/officeDocument/2006/relationships/notesMaster" Target="/ppt/notesMasters/notesMaster1.xml" Id="R1948e45ab1554f7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d9c9be592c64cf9" /><Relationship Type="http://schemas.openxmlformats.org/officeDocument/2006/relationships/notesMaster" Target="/ppt/notesMasters/notesMaster1.xml" Id="R44f3cd6096d9429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40e8445d7304d59" /><Relationship Type="http://schemas.openxmlformats.org/officeDocument/2006/relationships/notesMaster" Target="/ppt/notesMasters/notesMaster1.xml" Id="Rbe4d1fc8828d41d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08c94a7d12545f1" /><Relationship Type="http://schemas.openxmlformats.org/officeDocument/2006/relationships/notesMaster" Target="/ppt/notesMasters/notesMaster1.xml" Id="Rb7658481817f496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6699fa6526a4f23" /><Relationship Type="http://schemas.openxmlformats.org/officeDocument/2006/relationships/notesMaster" Target="/ppt/notesMasters/notesMaster1.xml" Id="Re2de98735fdc494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4388b2c1db94fcb" /><Relationship Type="http://schemas.openxmlformats.org/officeDocument/2006/relationships/notesMaster" Target="/ppt/notesMasters/notesMaster1.xml" Id="Rd09f6e302d91430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a9d6e2a9d344662" /><Relationship Type="http://schemas.openxmlformats.org/officeDocument/2006/relationships/notesMaster" Target="/ppt/notesMasters/notesMaster1.xml" Id="Ra19d38efe049413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beefed63bb44e6a" /><Relationship Type="http://schemas.openxmlformats.org/officeDocument/2006/relationships/notesMaster" Target="/ppt/notesMasters/notesMaster1.xml" Id="Rd6cb015e829449b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9f57678ec544c25" /><Relationship Type="http://schemas.openxmlformats.org/officeDocument/2006/relationships/notesMaster" Target="/ppt/notesMasters/notesMaster1.xml" Id="Rdc982641e8ec405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7d0f4cde2e34715" /><Relationship Type="http://schemas.openxmlformats.org/officeDocument/2006/relationships/notesMaster" Target="/ppt/notesMasters/notesMaster1.xml" Id="R080a226816664eb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d9613cdae3640d0" /><Relationship Type="http://schemas.openxmlformats.org/officeDocument/2006/relationships/notesMaster" Target="/ppt/notesMasters/notesMaster1.xml" Id="R40c11fed79a64c9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fcb8381f7f24639" /><Relationship Type="http://schemas.openxmlformats.org/officeDocument/2006/relationships/notesMaster" Target="/ppt/notesMasters/notesMaster1.xml" Id="R4d32659b294a493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1a25dc32c0e4e22" /><Relationship Type="http://schemas.openxmlformats.org/officeDocument/2006/relationships/notesMaster" Target="/ppt/notesMasters/notesMaster1.xml" Id="Rc5acd378effb487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eb16438b8c0405c" /><Relationship Type="http://schemas.openxmlformats.org/officeDocument/2006/relationships/notesMaster" Target="/ppt/notesMasters/notesMaster1.xml" Id="R108f467e412a44e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30291682eae4035" /><Relationship Type="http://schemas.openxmlformats.org/officeDocument/2006/relationships/notesMaster" Target="/ppt/notesMasters/notesMaster1.xml" Id="Rc1e11665ecd4406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7f6b7a0b46a4a51" /><Relationship Type="http://schemas.openxmlformats.org/officeDocument/2006/relationships/notesMaster" Target="/ppt/notesMasters/notesMaster1.xml" Id="Rb2f9706d27864dc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b7d0ea86adb4165" /><Relationship Type="http://schemas.openxmlformats.org/officeDocument/2006/relationships/notesMaster" Target="/ppt/notesMasters/notesMaster1.xml" Id="Rc00d99da39804dc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9d6cb1e78c0402e" /><Relationship Type="http://schemas.openxmlformats.org/officeDocument/2006/relationships/notesMaster" Target="/ppt/notesMasters/notesMaster1.xml" Id="Rb11ce736f8d8427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f0335994c1e4abc" /><Relationship Type="http://schemas.openxmlformats.org/officeDocument/2006/relationships/notesMaster" Target="/ppt/notesMasters/notesMaster1.xml" Id="Rd3db02fbd5c2436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2f2fdd9149e464a" /><Relationship Type="http://schemas.openxmlformats.org/officeDocument/2006/relationships/notesMaster" Target="/ppt/notesMasters/notesMaster1.xml" Id="R0024f8e8f983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11-pos_sale-50-record.png.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UAT BOM + SOURCE.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UAT BOM + SOURCE.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UAT BOM + SOURCE.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02-bom-50-record.png. Status SOURCE + MENU.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20-keseluruhan-jurnal.png. Status UAT LAPORAN/LAYAR.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34-sdm-hrd-semua-tab-lulus.png.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LAYAR/DATA.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LAYAR/DATA.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LAYAR/DATA.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LAYAR/DATA.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LAYAR/DATA.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03-procurement_pr-50-record.png. Status UAT LAYAR/DATA.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09-shipment-50-record.png.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09-shipment-50-record.png.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09-shipment-50-record.png.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09-shipment-50-record.png.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09-shipment-50-record.png.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09-shipment-50-record.png. Status UAT DATA 50+.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35-inventaris-general-affair.png.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35-inventaris-general-affair.png.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35-inventaris-general-affair.png.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kebutuhan: Fitur DKB SmartPOS.xlsx. Bukti layar: 35-inventaris-general-affair.png. Status UAT LAYAR. Bukti SOURCE + MENU tidak boleh ditafsirkan sebagai kelulusan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c689ecc7c4e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3238a24034da2" /><Relationship Type="http://schemas.openxmlformats.org/officeDocument/2006/relationships/slideLayout" Target="/ppt/slideLayouts/slideLayout1.xml" Id="R1ab10bb5c65f42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b10bb5c65f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3ef384de7495e" /><Relationship Type="http://schemas.openxmlformats.org/officeDocument/2006/relationships/notesSlide" Target="/ppt/notesSlides/notesSlide1.xml" Id="Rdb9bd5280e19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36875d4f84b05" /><Relationship Type="http://schemas.openxmlformats.org/officeDocument/2006/relationships/notesSlide" Target="/ppt/notesSlides/notesSlide2.xml" Id="Rf238a33cc06742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2e0c11ce4507" /><Relationship Type="http://schemas.openxmlformats.org/officeDocument/2006/relationships/notesSlide" Target="/ppt/notesSlides/notesSlide3.xml" Id="R7668e0b6d823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cc55bef944117" /><Relationship Type="http://schemas.openxmlformats.org/officeDocument/2006/relationships/image" Target="/ppt/media/image.png" Id="R34ae7eddfb1d453d" /><Relationship Type="http://schemas.openxmlformats.org/officeDocument/2006/relationships/notesSlide" Target="/ppt/notesSlides/notesSlide4.xml" Id="Rbcbce7d132844a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82488692c4ff0" /><Relationship Type="http://schemas.openxmlformats.org/officeDocument/2006/relationships/image" Target="/ppt/media/image2.png" Id="Racb4993a02414b78" /><Relationship Type="http://schemas.openxmlformats.org/officeDocument/2006/relationships/notesSlide" Target="/ppt/notesSlides/notesSlide5.xml" Id="R536e358f5f10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6005e3d34732" /><Relationship Type="http://schemas.openxmlformats.org/officeDocument/2006/relationships/image" Target="/ppt/media/image3.png" Id="R45b78264047b4c97" /><Relationship Type="http://schemas.openxmlformats.org/officeDocument/2006/relationships/notesSlide" Target="/ppt/notesSlides/notesSlide6.xml" Id="Rd3af98632c4a47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36ee5792a4079" /><Relationship Type="http://schemas.openxmlformats.org/officeDocument/2006/relationships/image" Target="/ppt/media/image4.png" Id="R37fbdffdc3f04b96" /><Relationship Type="http://schemas.openxmlformats.org/officeDocument/2006/relationships/notesSlide" Target="/ppt/notesSlides/notesSlide7.xml" Id="R47ba6a7da5f8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b38ba1bd94771" /><Relationship Type="http://schemas.openxmlformats.org/officeDocument/2006/relationships/image" Target="/ppt/media/image5.png" Id="R1705d107752b454e" /><Relationship Type="http://schemas.openxmlformats.org/officeDocument/2006/relationships/notesSlide" Target="/ppt/notesSlides/notesSlide8.xml" Id="R22e76d2b96c444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9cf7fe572463d" /><Relationship Type="http://schemas.openxmlformats.org/officeDocument/2006/relationships/image" Target="/ppt/media/image6.png" Id="R24bf84cedce44ad3" /><Relationship Type="http://schemas.openxmlformats.org/officeDocument/2006/relationships/notesSlide" Target="/ppt/notesSlides/notesSlide9.xml" Id="Rfe20dcfe6c7c4c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d0a7a810d4a75" /><Relationship Type="http://schemas.openxmlformats.org/officeDocument/2006/relationships/image" Target="/ppt/media/image7.png" Id="R7d3831e8321d4cd9" /><Relationship Type="http://schemas.openxmlformats.org/officeDocument/2006/relationships/notesSlide" Target="/ppt/notesSlides/notesSlide10.xml" Id="R5727e7238a2546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3c73dceb9411e" /><Relationship Type="http://schemas.openxmlformats.org/officeDocument/2006/relationships/image" Target="/ppt/media/image8.png" Id="R6f21316ddd824602" /><Relationship Type="http://schemas.openxmlformats.org/officeDocument/2006/relationships/notesSlide" Target="/ppt/notesSlides/notesSlide11.xml" Id="Rb05c83a6cd704b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62ab246d49be" /><Relationship Type="http://schemas.openxmlformats.org/officeDocument/2006/relationships/image" Target="/ppt/media/image9.png" Id="Rbe794751a41d4254" /><Relationship Type="http://schemas.openxmlformats.org/officeDocument/2006/relationships/notesSlide" Target="/ppt/notesSlides/notesSlide12.xml" Id="R8c2acfb240fc47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d5b9af3d748e6" /><Relationship Type="http://schemas.openxmlformats.org/officeDocument/2006/relationships/image" Target="/ppt/media/image10.png" Id="R600725727f724eec" /><Relationship Type="http://schemas.openxmlformats.org/officeDocument/2006/relationships/notesSlide" Target="/ppt/notesSlides/notesSlide13.xml" Id="R3fc454a9d31f41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5b102da364c1b" /><Relationship Type="http://schemas.openxmlformats.org/officeDocument/2006/relationships/image" Target="/ppt/media/image11.png" Id="Recceeb176ba14ff6" /><Relationship Type="http://schemas.openxmlformats.org/officeDocument/2006/relationships/notesSlide" Target="/ppt/notesSlides/notesSlide14.xml" Id="R6390a9e5322547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50e70f3d440d" /><Relationship Type="http://schemas.openxmlformats.org/officeDocument/2006/relationships/image" Target="/ppt/media/image12.png" Id="Rdcd8f7e684ed424a" /><Relationship Type="http://schemas.openxmlformats.org/officeDocument/2006/relationships/notesSlide" Target="/ppt/notesSlides/notesSlide15.xml" Id="R1ee9d1f40fae4e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72922deb4371" /><Relationship Type="http://schemas.openxmlformats.org/officeDocument/2006/relationships/image" Target="/ppt/media/image13.png" Id="Rff77be9b569942f5" /><Relationship Type="http://schemas.openxmlformats.org/officeDocument/2006/relationships/notesSlide" Target="/ppt/notesSlides/notesSlide16.xml" Id="Rc20d87b1cc8d49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d1e4fc8a14edd" /><Relationship Type="http://schemas.openxmlformats.org/officeDocument/2006/relationships/image" Target="/ppt/media/image14.png" Id="R6b0d7d6eb4ef47ad" /><Relationship Type="http://schemas.openxmlformats.org/officeDocument/2006/relationships/notesSlide" Target="/ppt/notesSlides/notesSlide17.xml" Id="Rf50b4c186eef46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6795d04374b47" /><Relationship Type="http://schemas.openxmlformats.org/officeDocument/2006/relationships/image" Target="/ppt/media/image15.png" Id="R7dcc4545af304945" /><Relationship Type="http://schemas.openxmlformats.org/officeDocument/2006/relationships/notesSlide" Target="/ppt/notesSlides/notesSlide18.xml" Id="Rdcd828ac1f2d46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50950447f4eae" /><Relationship Type="http://schemas.openxmlformats.org/officeDocument/2006/relationships/image" Target="/ppt/media/image16.png" Id="Rb1cd37fa079e4229" /><Relationship Type="http://schemas.openxmlformats.org/officeDocument/2006/relationships/notesSlide" Target="/ppt/notesSlides/notesSlide19.xml" Id="R2639c0ec1e8c49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b480f54f4586" /><Relationship Type="http://schemas.openxmlformats.org/officeDocument/2006/relationships/image" Target="/ppt/media/image17.png" Id="R0671b88ac2354453" /><Relationship Type="http://schemas.openxmlformats.org/officeDocument/2006/relationships/notesSlide" Target="/ppt/notesSlides/notesSlide20.xml" Id="R5ad52cc0768c45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9eb0004084492" /><Relationship Type="http://schemas.openxmlformats.org/officeDocument/2006/relationships/image" Target="/ppt/media/image18.png" Id="R8762a46a55874c75" /><Relationship Type="http://schemas.openxmlformats.org/officeDocument/2006/relationships/notesSlide" Target="/ppt/notesSlides/notesSlide21.xml" Id="R0a0f750cf59144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60dc35f9a47b0" /><Relationship Type="http://schemas.openxmlformats.org/officeDocument/2006/relationships/image" Target="/ppt/media/image19.png" Id="Rc40d3813f8154b27" /><Relationship Type="http://schemas.openxmlformats.org/officeDocument/2006/relationships/notesSlide" Target="/ppt/notesSlides/notesSlide22.xml" Id="Rc36704634bb140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61ff7fce84176" /><Relationship Type="http://schemas.openxmlformats.org/officeDocument/2006/relationships/image" Target="/ppt/media/image20.png" Id="R2ea734d697484106" /><Relationship Type="http://schemas.openxmlformats.org/officeDocument/2006/relationships/notesSlide" Target="/ppt/notesSlides/notesSlide23.xml" Id="R30a6949525f340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5ea0357c444e4" /><Relationship Type="http://schemas.openxmlformats.org/officeDocument/2006/relationships/image" Target="/ppt/media/image21.png" Id="R2a0cbb3f00954d8a" /><Relationship Type="http://schemas.openxmlformats.org/officeDocument/2006/relationships/notesSlide" Target="/ppt/notesSlides/notesSlide24.xml" Id="Rebf38e33c06a43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35c10b7b74553" /><Relationship Type="http://schemas.openxmlformats.org/officeDocument/2006/relationships/image" Target="/ppt/media/image22.png" Id="R32788c69f3f64b3c" /><Relationship Type="http://schemas.openxmlformats.org/officeDocument/2006/relationships/notesSlide" Target="/ppt/notesSlides/notesSlide25.xml" Id="Rb1f65a5d3b3343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d5551e94a4a67" /><Relationship Type="http://schemas.openxmlformats.org/officeDocument/2006/relationships/image" Target="/ppt/media/image23.png" Id="R09938fbbd780499f" /><Relationship Type="http://schemas.openxmlformats.org/officeDocument/2006/relationships/notesSlide" Target="/ppt/notesSlides/notesSlide26.xml" Id="Rbd3c3acf9c8645b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7f1158f764b09" /><Relationship Type="http://schemas.openxmlformats.org/officeDocument/2006/relationships/image" Target="/ppt/media/image24.png" Id="R886f1b038b3b4ee2" /><Relationship Type="http://schemas.openxmlformats.org/officeDocument/2006/relationships/notesSlide" Target="/ppt/notesSlides/notesSlide27.xml" Id="Reaa26bf8ddee44b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529dd08414fb6" /><Relationship Type="http://schemas.openxmlformats.org/officeDocument/2006/relationships/image" Target="/ppt/media/image25.png" Id="R4b1136569a214ba8" /><Relationship Type="http://schemas.openxmlformats.org/officeDocument/2006/relationships/notesSlide" Target="/ppt/notesSlides/notesSlide28.xml" Id="R647dd9a861b04d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c31161e2a412d" /><Relationship Type="http://schemas.openxmlformats.org/officeDocument/2006/relationships/image" Target="/ppt/media/image26.png" Id="R129122fe1c374a90" /><Relationship Type="http://schemas.openxmlformats.org/officeDocument/2006/relationships/notesSlide" Target="/ppt/notesSlides/notesSlide29.xml" Id="R6c639820f69d41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ddd7c9dfb4d8b" /><Relationship Type="http://schemas.openxmlformats.org/officeDocument/2006/relationships/image" Target="/ppt/media/image27.png" Id="Rd95434942a68483d" /><Relationship Type="http://schemas.openxmlformats.org/officeDocument/2006/relationships/notesSlide" Target="/ppt/notesSlides/notesSlide30.xml" Id="Re795b49bdd7c445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a263f3acd4281" /><Relationship Type="http://schemas.openxmlformats.org/officeDocument/2006/relationships/image" Target="/ppt/media/image28.png" Id="R330ac881e0f143ab" /><Relationship Type="http://schemas.openxmlformats.org/officeDocument/2006/relationships/notesSlide" Target="/ppt/notesSlides/notesSlide31.xml" Id="Ra00e6f8767cc4ae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ec3f3a2f4151" /><Relationship Type="http://schemas.openxmlformats.org/officeDocument/2006/relationships/image" Target="/ppt/media/image29.png" Id="R0bdd703db7484800" /><Relationship Type="http://schemas.openxmlformats.org/officeDocument/2006/relationships/notesSlide" Target="/ppt/notesSlides/notesSlide32.xml" Id="R18e690da19964df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817e20c6247b5" /><Relationship Type="http://schemas.openxmlformats.org/officeDocument/2006/relationships/image" Target="/ppt/media/image30.png" Id="Rbc8d105c552342b3" /><Relationship Type="http://schemas.openxmlformats.org/officeDocument/2006/relationships/notesSlide" Target="/ppt/notesSlides/notesSlide33.xml" Id="R714ffad1e79a433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87687a2f4c57" /><Relationship Type="http://schemas.openxmlformats.org/officeDocument/2006/relationships/image" Target="/ppt/media/image31.png" Id="Ra47b538f62944027" /><Relationship Type="http://schemas.openxmlformats.org/officeDocument/2006/relationships/notesSlide" Target="/ppt/notesSlides/notesSlide34.xml" Id="R7fae28800f494c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9130884e44ad6" /><Relationship Type="http://schemas.openxmlformats.org/officeDocument/2006/relationships/image" Target="/ppt/media/image32.png" Id="R76c78f43387d45ff" /><Relationship Type="http://schemas.openxmlformats.org/officeDocument/2006/relationships/notesSlide" Target="/ppt/notesSlides/notesSlide35.xml" Id="Rdb0bcec0a27b47c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b759f4a9c426b" /><Relationship Type="http://schemas.openxmlformats.org/officeDocument/2006/relationships/image" Target="/ppt/media/image33.png" Id="Rdd8cdd40987d4195" /><Relationship Type="http://schemas.openxmlformats.org/officeDocument/2006/relationships/notesSlide" Target="/ppt/notesSlides/notesSlide36.xml" Id="Rf580007cff484b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cf54767714185" /><Relationship Type="http://schemas.openxmlformats.org/officeDocument/2006/relationships/image" Target="/ppt/media/image34.png" Id="Ra17395d37233410f" /><Relationship Type="http://schemas.openxmlformats.org/officeDocument/2006/relationships/notesSlide" Target="/ppt/notesSlides/notesSlide37.xml" Id="Rdf374faba4ea435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c3f7742744bb1" /><Relationship Type="http://schemas.openxmlformats.org/officeDocument/2006/relationships/image" Target="/ppt/media/image35.png" Id="R02afd3fc96ec420e" /><Relationship Type="http://schemas.openxmlformats.org/officeDocument/2006/relationships/notesSlide" Target="/ppt/notesSlides/notesSlide38.xml" Id="Rf1da756e283342b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2ac2c42654546" /><Relationship Type="http://schemas.openxmlformats.org/officeDocument/2006/relationships/image" Target="/ppt/media/image36.png" Id="Rae5b7a7fe5e649ff" /><Relationship Type="http://schemas.openxmlformats.org/officeDocument/2006/relationships/notesSlide" Target="/ppt/notesSlides/notesSlide39.xml" Id="R4234f1bc4b714b1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ad615d4374d05" /><Relationship Type="http://schemas.openxmlformats.org/officeDocument/2006/relationships/image" Target="/ppt/media/image37.png" Id="R7e08de75cbd24320" /><Relationship Type="http://schemas.openxmlformats.org/officeDocument/2006/relationships/notesSlide" Target="/ppt/notesSlides/notesSlide40.xml" Id="R7484e15abdb0472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2f275111e48c6" /><Relationship Type="http://schemas.openxmlformats.org/officeDocument/2006/relationships/image" Target="/ppt/media/image38.png" Id="R73810d33244a4e5d" /><Relationship Type="http://schemas.openxmlformats.org/officeDocument/2006/relationships/notesSlide" Target="/ppt/notesSlides/notesSlide41.xml" Id="R8d14dd3a86aa401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f29055c1043c7" /><Relationship Type="http://schemas.openxmlformats.org/officeDocument/2006/relationships/image" Target="/ppt/media/image39.png" Id="R256a36b1690242b1" /><Relationship Type="http://schemas.openxmlformats.org/officeDocument/2006/relationships/notesSlide" Target="/ppt/notesSlides/notesSlide42.xml" Id="Rcb2be47ffb9f47c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7b9edcca4729" /><Relationship Type="http://schemas.openxmlformats.org/officeDocument/2006/relationships/image" Target="/ppt/media/image40.png" Id="R1a670f0cce404be5" /><Relationship Type="http://schemas.openxmlformats.org/officeDocument/2006/relationships/notesSlide" Target="/ppt/notesSlides/notesSlide43.xml" Id="R1c87cb7797c44b8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23c7eec064506" /><Relationship Type="http://schemas.openxmlformats.org/officeDocument/2006/relationships/image" Target="/ppt/media/image41.png" Id="R6ead2eea8cb94922" /><Relationship Type="http://schemas.openxmlformats.org/officeDocument/2006/relationships/notesSlide" Target="/ppt/notesSlides/notesSlide44.xml" Id="R6f859067182f4b2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7092a15a1416a" /><Relationship Type="http://schemas.openxmlformats.org/officeDocument/2006/relationships/image" Target="/ppt/media/image42.png" Id="R9f457fd4d8ba4c1a" /><Relationship Type="http://schemas.openxmlformats.org/officeDocument/2006/relationships/notesSlide" Target="/ppt/notesSlides/notesSlide45.xml" Id="R36d8db7bfc6f498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d47bc27a3419e" /><Relationship Type="http://schemas.openxmlformats.org/officeDocument/2006/relationships/image" Target="/ppt/media/image43.png" Id="R1e7839debdaf411f" /><Relationship Type="http://schemas.openxmlformats.org/officeDocument/2006/relationships/notesSlide" Target="/ppt/notesSlides/notesSlide46.xml" Id="R05c5d49c412a491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7ebbd39034848" /><Relationship Type="http://schemas.openxmlformats.org/officeDocument/2006/relationships/image" Target="/ppt/media/image44.png" Id="Ra14c530e20be431d" /><Relationship Type="http://schemas.openxmlformats.org/officeDocument/2006/relationships/notesSlide" Target="/ppt/notesSlides/notesSlide47.xml" Id="R004030161a564ae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404a66dab4540" /><Relationship Type="http://schemas.openxmlformats.org/officeDocument/2006/relationships/image" Target="/ppt/media/image45.png" Id="Re17dcf406c1c4682" /><Relationship Type="http://schemas.openxmlformats.org/officeDocument/2006/relationships/notesSlide" Target="/ppt/notesSlides/notesSlide48.xml" Id="R71ee797816084db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eaaae8d784b16" /><Relationship Type="http://schemas.openxmlformats.org/officeDocument/2006/relationships/image" Target="/ppt/media/image46.png" Id="Rdb031d9fbf584b9b" /><Relationship Type="http://schemas.openxmlformats.org/officeDocument/2006/relationships/notesSlide" Target="/ppt/notesSlides/notesSlide49.xml" Id="Racc701ca995348d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b9b336e1b4fd4" /><Relationship Type="http://schemas.openxmlformats.org/officeDocument/2006/relationships/image" Target="/ppt/media/image47.png" Id="Rfc604613247b4d08" /><Relationship Type="http://schemas.openxmlformats.org/officeDocument/2006/relationships/notesSlide" Target="/ppt/notesSlides/notesSlide50.xml" Id="R3c0feaf97553429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0743fc1f04950" /><Relationship Type="http://schemas.openxmlformats.org/officeDocument/2006/relationships/image" Target="/ppt/media/image48.png" Id="Rcef7858c1a4f4991" /><Relationship Type="http://schemas.openxmlformats.org/officeDocument/2006/relationships/notesSlide" Target="/ppt/notesSlides/notesSlide51.xml" Id="R9e168cbf8cf44e1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b4c0a564947be" /><Relationship Type="http://schemas.openxmlformats.org/officeDocument/2006/relationships/image" Target="/ppt/media/image49.png" Id="R622d0dde3dd74574" /><Relationship Type="http://schemas.openxmlformats.org/officeDocument/2006/relationships/notesSlide" Target="/ppt/notesSlides/notesSlide52.xml" Id="R56dd3d02f24a43b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bf7ca5fc847aa" /><Relationship Type="http://schemas.openxmlformats.org/officeDocument/2006/relationships/image" Target="/ppt/media/image50.png" Id="R4a7ee6282fe84c43" /><Relationship Type="http://schemas.openxmlformats.org/officeDocument/2006/relationships/notesSlide" Target="/ppt/notesSlides/notesSlide53.xml" Id="Rcafe108b755e44b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315ad477e4605" /><Relationship Type="http://schemas.openxmlformats.org/officeDocument/2006/relationships/image" Target="/ppt/media/image51.png" Id="R9175fdf83aea447a" /><Relationship Type="http://schemas.openxmlformats.org/officeDocument/2006/relationships/notesSlide" Target="/ppt/notesSlides/notesSlide54.xml" Id="R34fafaf5059e4a9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59c0532a24342" /><Relationship Type="http://schemas.openxmlformats.org/officeDocument/2006/relationships/image" Target="/ppt/media/image52.png" Id="Ra21c283830c1439d" /><Relationship Type="http://schemas.openxmlformats.org/officeDocument/2006/relationships/notesSlide" Target="/ppt/notesSlides/notesSlide55.xml" Id="Rbb15ff09fd92438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93f4ef44a40b1" /><Relationship Type="http://schemas.openxmlformats.org/officeDocument/2006/relationships/image" Target="/ppt/media/image53.png" Id="R1536aa0f367941de" /><Relationship Type="http://schemas.openxmlformats.org/officeDocument/2006/relationships/notesSlide" Target="/ppt/notesSlides/notesSlide56.xml" Id="R93edf4aa3571488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cd59c36c047fc" /><Relationship Type="http://schemas.openxmlformats.org/officeDocument/2006/relationships/image" Target="/ppt/media/image54.png" Id="R2d4f14fc44534402" /><Relationship Type="http://schemas.openxmlformats.org/officeDocument/2006/relationships/notesSlide" Target="/ppt/notesSlides/notesSlide57.xml" Id="R03ed39cbd1a443d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b794de9d145e4" /><Relationship Type="http://schemas.openxmlformats.org/officeDocument/2006/relationships/image" Target="/ppt/media/image55.png" Id="Re939068b742c45f7" /><Relationship Type="http://schemas.openxmlformats.org/officeDocument/2006/relationships/notesSlide" Target="/ppt/notesSlides/notesSlide58.xml" Id="Rfb0e0352f91f4ca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27eb58c0c4142" /><Relationship Type="http://schemas.openxmlformats.org/officeDocument/2006/relationships/image" Target="/ppt/media/image56.png" Id="R649ba5cd920f4b62" /><Relationship Type="http://schemas.openxmlformats.org/officeDocument/2006/relationships/notesSlide" Target="/ppt/notesSlides/notesSlide59.xml" Id="R55e11e8019ec40e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3fa65912c4f17" /><Relationship Type="http://schemas.openxmlformats.org/officeDocument/2006/relationships/image" Target="/ppt/media/image57.png" Id="Rd8b1f204dcd44794" /><Relationship Type="http://schemas.openxmlformats.org/officeDocument/2006/relationships/notesSlide" Target="/ppt/notesSlides/notesSlide60.xml" Id="Recb463fa7f2141b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7d384ba6a40ad" /><Relationship Type="http://schemas.openxmlformats.org/officeDocument/2006/relationships/image" Target="/ppt/media/image58.png" Id="Rda0970d4f4ce4dba" /><Relationship Type="http://schemas.openxmlformats.org/officeDocument/2006/relationships/notesSlide" Target="/ppt/notesSlides/notesSlide61.xml" Id="R0e09f305e2e74d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2F4FA-7A94-4F09-8C2D-B2F8324E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 dan User Manual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ABChicken 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F1BD-D414-4B8B-87FF-D2CB28B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C6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C6C2"/>
                </a:solidFill>
                <a:latin typeface="Arial"/>
                <a:ea typeface="Arial"/>
                <a:cs typeface="Arial"/>
              </a:rPr>
              <a:t>Satu fitur pada setiap halaman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FF667-ABA4-4DF0-966B-32D477CC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862"/>
          </a:solidFill>
          <a:ln xmlns:a="http://schemas.openxmlformats.org/drawingml/2006/main" w="9525">
            <a:solidFill>
              <a:srgbClr val="D868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7E2E8-32A5-4529-B33D-32CF7F4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58 kebutuhan Fitur DKB SmartPOS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Windows dan Android | Varian abchicken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 tetap 1.34.52+215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788EA-4487-4777-81F3-5750190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DEE8"/>
                </a:solidFill>
                <a:latin typeface="Arial"/>
                <a:ea typeface="Arial"/>
                <a:cs typeface="Arial"/>
              </a:rPr>
              <a:t>Bukti layar live, data uji, posisi menu, dan petunjuk penggunaan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75909-3FFE-4B3A-9A06-93AA8600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EE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7DEE8"/>
                </a:solidFill>
                <a:latin typeface="Arial"/>
                <a:ea typeface="Arial"/>
                <a:cs typeface="Arial"/>
              </a:rPr>
              <a:t>ABChicken | Rev3 | 1/61</a:t>
            </a:r>
          </a:p>
        </p:txBody>
      </p:sp>
    </p:spTree>
    <p:extLst>
      <p:ext uri="{BB962C8B-B14F-4D97-AF65-F5344CB8AC3E}">
        <p14:creationId xmlns:p14="http://schemas.microsoft.com/office/powerpoint/2010/main" val="777497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9649-045F-455E-891D-670EE667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Cakupan dan batas verifikasi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24324-1FAB-4A69-AB55-2F3E7F1D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CDDB9-BC98-4468-89E1-591E991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Ringkasan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FF7B2-3D07-454F-95D6-69BB3B44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0FC6F-93DB-4A63-A036-4081B05A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58 halaman fitur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2776F-4779-4C9F-B365-A99FAC04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Setiap kebutuhan Excel memiliki halaman sendiri pada PPTX, DOCX, dan PDF.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15D38-B800-436C-B063-39C22FF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Data live utama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2B500-CD65-44CF-92EA-0648E033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0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Proses transaksi utama menampilkan 60 sampai 302 data. Laporan agregat mempertahankan jumlah baris aslinya.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5BCB3-98BB-4DFC-90A0-5637527C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9525">
            <a:solidFill>
              <a:srgbClr val="E3E6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55950-8ED1-49ED-B0D4-35CA2C5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 bukti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3206D-BD38-45D4-AF45-7CC5FEE4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UAT DATA 50+ membuktikan layar dan jumlah data. UAT LAYAR membuktikan menu berhasil dimuat. SOURCE + MENU membuktikan kontrak fitur dan posisi menu, tetapi belum membuktikan seluruh aturan bisnis secara end to 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0886E-B3D9-4659-98CC-5BA014D5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Workbook sumber masih mempunyai 16 kode menu ganda, 11 formula #REF!, satu kode supplier ganda, dan 134 faktor konversi kosong. Temuan tersebut tidak ditutup dengan data buatan.</a:t>
            </a:r>
          </a:p>
        </p:txBody>
      </p:sp>
    </p:spTree>
    <p:extLst>
      <p:ext uri="{BB962C8B-B14F-4D97-AF65-F5344CB8AC3E}">
        <p14:creationId xmlns:p14="http://schemas.microsoft.com/office/powerpoint/2010/main" val="1612965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E45BA-7AA8-474C-A381-2BF1462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Paket UAT dan instalasi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38F29-86EC-4BDF-BA12-8FB8445E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91FEB-766D-49C3-A230-8500DDA6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Distribusi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8656D-D26F-46E4-9685-A94B2B37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5D717-B9CF-43C1-8E1C-459F4200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1C6F3-E714-4A88-899C-526B15BB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Unduh installer dan checksum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Cocokkan SHA-256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Pilih More info lalu Run anyway bila SmartScreen menolak paket UAT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4. Masuk, pilih Pusat AB Chicken, lalu Sinkronkan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FCE6D-31A9-485C-B56D-1C438C4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CA81B-4EB4-4723-91B3-2D408569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Unduh APK pada perangkat UAT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Izinkan instalasi dari sumber yang digunakan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Pasang APK lalu matikan kembali izin tersebut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4. Masuk, pilih tenant dan toko, lalu Sinkronkan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B9162-5D9C-465A-A1AC-6329E76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APK menggunakan sertifikat DEBUG/UAT dan installer Windows belum memiliki Authenticode. Gunakan hanya pada perangkat uji yang disetujui. Password tidak disimpan dalam dokumen.</a:t>
            </a:r>
          </a:p>
        </p:txBody>
      </p:sp>
    </p:spTree>
    <p:extLst>
      <p:ext uri="{BB962C8B-B14F-4D97-AF65-F5344CB8AC3E}">
        <p14:creationId xmlns:p14="http://schemas.microsoft.com/office/powerpoint/2010/main" val="250144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FC0F2-59B6-4173-814B-B515DF2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DKB-01 Kasir (order &amp; biling, menu dengan foto produk, print struk untuk customer dan dapur)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C6043-06C1-424A-8C9A-CB61BC0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53CB5-1B47-4517-BC0C-8AD5BBB7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9E136-7C73-4050-BF56-B58CABD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37D9C-17E8-420F-A8A0-EADF24D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e7eddfb1d453d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6580E-15AB-4595-83AD-0BD19174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3CE6C-8FD8-4EBB-BA3B-9B8C0D8B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F0DFD-6E99-4623-84CA-F08B335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7169B-7743-4595-9B37-9530A70F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F6553-9C1C-410E-8F45-C26E6EF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Operasional &gt; Kasir/POS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240F8-6579-4822-9293-AC70238F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B78A9-68BB-4B83-AC9C-37E6BF9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Kasir (order &amp; biling, menu dengan foto produk, print struk untuk customer dan dapur)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1DB74-7E0B-4EF7-818E-D0EBE3FD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CB025-A663-4F0F-A473-0CA52A97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511BD-D470-46FC-BA55-B2DCFCE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D7B51-A570-4144-B8C6-AF7FCE6B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035966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06BDA-F4F3-4061-A179-35100686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DKB-02 Nomor antrian di setiap struk, catatan pesanan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79EE0-2956-47BF-B10D-154D2A7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9F541-9060-4FE6-8D55-2156634F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011B2-8177-4012-8432-5A59DD86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61D1-223B-4B5A-9B4B-706692A5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4993a02414b78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BEA6-3BBC-40AF-B643-6E757E6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171A9-1EFB-4DF6-A9A6-42837E5D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CF06D-E83C-4FCD-9D9F-0D5FB77F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0AD9A-F728-4BFA-8B60-A56610C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11910-88BF-4EF4-A528-D89178A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Operasional &gt; Kasir/POS &gt; Keranjang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26797-601F-4BB6-9390-379C6448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2B17B-19F1-4C1D-B537-D1BE56F1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Nomor antrian di setiap struk, catatan pesanan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01B8E-C9F4-4BE2-A728-62D8861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3377C-1537-40FB-82F4-C8ECF5F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1D723-BB66-4555-81BD-6EAC24F7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27BC5-7A45-461E-915A-CD7B4014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473008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1FA6D-71AB-4525-A423-8C451F5F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DKB-03 Waste produk dan retur barang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520CF-F092-4BDD-9996-F219FC8D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B1183-5792-4E67-B5DE-4F4C7B07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DB5B6-6481-4518-A578-161A8D9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6/61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B9B0E-3B4B-449F-BC2C-84673F0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78264047b4c97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E96C4-6CF6-4687-8AB5-653684F3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51C9E-F477-4FE7-8663-C55E1D0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2090A-F4BC-41C9-9F5F-4BD4FDFC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FF856-AAF6-4D87-BAC3-3C61C3FD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A7093-13E7-46F4-AF32-7A74D87E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Produksi &gt; Waste &amp; Susut Produksi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B3E65-15F0-4929-97BC-5911515B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0FF09-2223-4E41-BF38-5F8FB092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Waste produk dan retur barang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A4345-14D7-4B27-9339-099768E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5C6A-E886-441D-A082-4552A9D6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23722-3CE7-4521-AE14-F8E9DA0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016F1-5F69-4FAE-B468-285BC203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43438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3AEB9-2F02-4848-9164-674FB0F7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DKB-04 Manager Meal (tester maximal 20 rb) dan crew meal atau diskon karyawan (potongan harga 10 %)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65708-2ED3-4E0F-B601-DB0F5D38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9E4F7-274E-48F6-8939-C28D5C11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30337-0C14-42D9-B619-7012A05F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7/61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F5C62-D530-42AD-9325-1FE0205E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bdffdc3f04b96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F6A54-3236-4ACB-9D0B-41B2C65A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B7A3B-04A8-4CC6-A63B-637F26DC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FDD66-2651-431B-9BCB-9BA6A066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5F647-6F7A-4257-BCB9-D135B96E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7CF0D-561F-4759-8BA0-EF8C5C5D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Operasional &gt; Kasir/POS &gt; Meal Pegawai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8747E-9633-4244-B514-FD623B9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9541C-CAB8-43AD-AC2B-D92F46E6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Manager Meal (tester maximal 20 rb) dan crew meal atau diskon karyawan (potongan harga 10 %)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E5CEF-251E-4175-84F5-BCF5389A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47CAA-EC20-4E65-A38E-BBACF712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4D5AF-B0C4-4359-A916-D8C5EAF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28A28-DD49-4C35-A152-AECED8F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601090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F7BE0-E0AE-4EA6-B3B0-F24BAD5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DKB-05 Laporan penjualan perjam dan per item serta menu khusus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08D7E-E78C-4535-934C-A7FC0F0F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4C22-2C53-49D5-8C82-C5E280C2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22314-D481-4CAF-ACBA-F658F3F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8/61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50B1A-082B-48AB-9F09-B149C8B5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5d107752b454e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F0F79-3BD5-4775-AE27-4F159090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8A73F-531D-4E7A-A5F4-0888AF7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1BA5B-64FD-4AA1-A36F-32656B09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2EFDB-A9A8-4EB5-970C-1438D1C6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00925-F2C7-401C-9184-561FA3EC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Penjualan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AAD78-EB3E-45EB-A8A9-36A0EC70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54E79-1CE1-4B6E-BF08-5B92948C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penjualan perjam dan per item serta menu khusus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E835D-ADBC-4F09-8F51-34407CB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29360-E7D9-45C1-B8B6-7DF4232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4886F-8A64-4403-B22F-DF31B624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1C0CC-7330-4905-99F5-CEE915D5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620521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02145-7E61-4499-9408-745CAC2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DKB-06 Laporan mengenai laba rugi, cogs, dan sebagainya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7EE31-9D1D-4547-943F-1366CCA3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8EEF6-025C-44E4-A20C-1523EFAA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F1B30-A29B-469D-B626-13654D5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9/61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2B5A5-7233-47BA-AA40-A0C0DF20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f84cedce44ad3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DB7F-70A5-49E8-99B2-4B9263A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07D1D-FF4D-4A40-BCC2-5C8D75E1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2A6AE-8A89-4410-BC08-BF60BC19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16874-7186-4EF4-B6F4-E3C8DC4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BC360-BE2C-4F24-8989-5B548132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Akuntansi &gt; Laba Rugi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E94AD-4E80-4420-B712-B7D75656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B3B58-6957-420C-8346-7DF7610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mengenai laba rugi, cogs, dan sebagainya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78756-7549-43C3-A5C8-6DCC34B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83070-A194-44CE-BC19-DD6B41C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85477-7508-484C-BCCB-F6AE5E9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CF608-71D9-45A8-8FC1-BF3D030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10569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0CA17-AB78-4EFC-AB7E-974679F4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DKB-07 Self order/customer pesan sendiri lewat scan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CF216-F346-41F3-805D-827B507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63CAB-301C-439A-8CFE-22C4D892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F98D9-0E22-4A81-ADE7-C614D03E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10/61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A10FF-5CA1-471A-BEEA-7959444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831e8321d4cd9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32B81-F46F-4EDC-A4D7-AE650FB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82757-C29E-4354-85FD-5D68F485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55565-9EF7-411C-B779-C3217CB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71D81-4A5B-46CA-9A6D-585A09FE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B6221-90A9-453D-8D18-484136E5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Operasional &gt; Self Order / QR Menu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204BD-2CE3-4784-A18B-0583939E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1A24A-B3C6-430C-AB11-FC1A4994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Self order/customer pesan sendiri lewat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2A6CE-9253-4C6E-A171-5F50B62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7710A-C317-4E39-8252-59A807B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BF404-9AEF-4893-BE7C-2FD536F6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F5F8C-B31D-40CE-8F15-46B27C1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658843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61C9A-08C6-4A32-B92A-E40DA8A7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DKB-08 Buka dan akhiri shift otomatis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86E11-1269-4903-91E2-D0E031F7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66B96-142F-4AC6-A8FD-93828C8C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D91B6-4263-407F-B0F8-A678B83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11/61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C6065-2C9B-41A1-BB4B-4D9FB0ED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1316ddd824602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E0061-3873-4AC4-8A44-3F6A1B9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0C187-B5C5-4685-8E15-E2096F0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DD724-F947-4685-AE01-2EB93E9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35E94-9382-45EA-B17F-4460B5A0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32BE7-E7FC-4082-8FE8-C80906A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Operasional &gt; Pengaturan Shift Otomatis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4C3C9-E5C1-46E8-8D53-17E78CFA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54BA0-CB6E-4539-9691-209D299A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Buka dan akhiri shift otomatis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FD6B5-14E1-4581-BA23-EBDE60E8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99BB6-1787-4FF5-83FA-E9A32F8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B7F9C-62E6-4FB0-B216-2C379E61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D6911-894F-463C-9FC3-0BF681AC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065189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70FAA-C74D-4A67-A80C-CABE1429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DKB-09 Offline 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D1826-450F-4773-AC2C-A528D1F5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D00A2-ADF1-4B90-A6E1-D01CEA25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FBF78-3E39-4317-91D5-09306B81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12/61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F9438-A7A6-4002-987B-7E09801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94751a41d4254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AB377-7D32-401A-A5A9-7C411B8E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EBEDB-BD30-4E1F-B46C-3819C49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6FB6B-3FB2-4A39-928D-6649357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36A73-4320-4405-9C7F-DAA6DE26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E74D8-11F0-424B-B866-B3CE2118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Operasional &gt; Kasir/POS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AF900-A924-4F71-87D5-CD63685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1910B-94E1-4FAB-9676-A215DFB7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Offline POS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9674C-1DB8-4C37-806C-B54BF3FA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3833C-4D53-4242-B0A6-FA24E84E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220 penjualan POS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244E5-F632-4875-A654-EFD5015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AEB6E-DE30-4A4B-8196-16F957AA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51598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686D8-A770-4A47-8E17-1878F8A4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DKB-10 Update HPP dengan fitur all outlet atau check list toko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DD5B7-4724-4ED2-BE91-924F1207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3716B-4510-459D-A1A7-7FDBC016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5E968-332F-43CF-8243-958E912B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13/61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994A2-95FB-4183-A547-48A64122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725727f724eec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2DF8E-DAC7-4C0F-AB9B-60848B07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6215C-D283-4FCC-8E31-B4A32F9D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91382-7EAA-401E-9F20-A40198C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5EF9D-86EE-4774-83FE-485CC2D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DD81C-5D0B-468F-9E3D-A4255682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Data &gt; Grup Produk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F1E6E-1BB2-433F-83D2-0708FD6C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C2CAD-80D6-478B-BAE6-F86280D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Update HPP dengan fitur all outlet atau check list toko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50A89-D0AD-4CD1-8153-36E5539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04A15-85F3-4FB2-917E-EC43B6E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48F41-EC21-462F-9C0A-37089734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8FF1C-6F51-42DE-8925-5922AF1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603718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AAAE4-4085-42F8-901B-26B37B7F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DKB-11 Penghapusan resep dan menu sekaligus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9D028-8A7F-4488-8B9E-3755DAD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F00BF-7E57-4743-B101-DF0202E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UAT BOM +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2486E-7963-4561-98F5-DFB6E72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14/61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AF62E-06E3-4FDF-9CA3-A602E2B1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eeb176ba14ff6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4B332-B421-49AF-A0C8-283BF20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EE8A9-F138-4EE9-B8BA-0F57C23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DD28D-A96A-44A1-A024-1B1583C5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99D5C-2109-4F21-B886-3FD69ED3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EF720-32E8-415E-8309-FC0A1B37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Data &gt; Produk &gt; Resep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D4229-541A-46D0-B11D-65CE5E0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606D6-7126-4542-B1FB-CA4E7E4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Penghapusan resep dan menu sekaligus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DC1E4-E8F2-4CAF-884B-D0689B1B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343FB-D1C3-422F-93F8-838D6C9B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BOM +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27C6F-EEA9-41D6-8227-AF2BB87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BE871-4AA7-4770-AFBC-781461A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737205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2D99C-2569-4BEB-A8B4-556F3BF7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DKB-12 Penghapusan ingredient dengan fitur check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EFEFF-AB5B-4DAA-857B-37902F1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99DE9-5B92-4DC4-9473-91B4A134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UAT BOM +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52A9F-A118-4B9D-838F-D9C0E7C0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15/61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E5D5C-3B37-4751-A704-EFB16DB8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8f7e684ed424a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41355-87D9-45A9-97C7-0B237FF1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5670C-64E1-4639-BA96-81C55FB6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6F0E2-0DD9-46D0-BB62-92C1EA5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55754-E8D9-4795-866B-531DF03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C50A8-4929-45BE-922A-010EFAB7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Data &gt; Produk &gt; Resep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BBDD9-36CA-44BD-A464-49A25BC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0DD94-DF15-4E23-89F8-8AB64B94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Penghapusan ingredient dengan fitur check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2F756-0C6C-4AF6-B091-01AE0ACC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D5B74-0E82-4C24-9361-E5319B7C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BOM +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5B7A5-B4C4-41EC-A0F4-EB5329BA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4D1EC-C61C-4D04-BCC8-AE5EE1ED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923740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901F3-6CAB-4939-91E2-85B02C24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DKB-13 Custom menu dengan fitur check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B8DE1-3B72-453C-8843-F56D01A8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7412D-5513-45C9-A643-379003A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UAT BOM +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EC636-457F-451F-A639-32AC2353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16/61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F2CAA-8DA7-4C4D-9827-65AD45BB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7be9b569942f5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B8B7A-C8D1-44BE-964F-E15C0A8B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7C3A8-CF6F-49A5-A73A-38FC631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31E7B-9D86-46A6-9D47-B7B34FD4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CEE53-1B00-4897-890A-336D8D11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E2B64-129A-46E8-88E4-2709215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Data &gt; Produk &gt; Custom Menu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B75AD-478B-4F83-8B25-EEBA65A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5AB7E-65CD-4401-9C3C-C58230D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Custom menu dengan fitur check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4D7F3-A43C-4A46-A4D4-1F82ABF0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7B633-06FF-499A-9EF1-379F72A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BOM +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892C5-8C76-4053-8DEF-2240F4EB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D47BE-D6C8-4028-B496-4EB8234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332948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84D40-BFB2-4042-AEE2-E8FC680C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DKB-14 Fitur untuk melihat produk yang paling banyak dan paling sedikit terjual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858E4-D76D-47DA-8D94-90C5419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4C8BF-9D74-40E4-A7FB-17F0E71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7BE52-6D24-479D-B195-4CE1C128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17/61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9882A-EDF1-45D2-9020-C4594E4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d7d6eb4ef47ad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1C726-3D43-45F1-A8C2-AA80F419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9AAA3-3661-4783-AA52-F0C32E59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23799-00A1-4968-8136-921F621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DE6E5-815F-49F3-982A-0F4A2C7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6A36E-4A2F-4F09-AFF4-8DCD30F4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Dashboard &gt; Produk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0DD1D-6B40-4B22-A2F4-038BFD35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B301B-B5FA-4FC4-8CFF-63A5811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Fitur untuk melihat produk yang paling banyak dan paling sedikit terjual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486DA-3728-4168-AAEE-D6291BF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CA79E-9F60-47D5-913A-A7FCB61E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690B8-49EA-4D7C-BBF9-A58A4698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E9573-DAA6-4783-9002-34D74EE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688400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6AD19-06D4-402C-914B-43EA6FDB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DKB-15 Laporan penjualan produk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5B1B9-6859-4AF3-8D15-39D28B8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227B9-556D-4C92-AD4C-2C9BD428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71E16-2290-4482-A953-FC92E7E2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18/61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F0F59-0131-498A-A36B-F6DA8680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c4545af304945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12378-0591-4620-A55B-C3A08D4B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8C988-28B0-4C39-9672-2730E46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075C2-2A80-4C0E-B68B-6812966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CE806-E96B-4E92-ABD6-FE4D37AA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C7798-596E-42FC-A114-17A0111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Penjualan Produk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02F04-D115-4BB1-9A32-82929D6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44999-4532-463D-997D-43C1583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penjualan produk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1B92B-6120-40D4-8BAE-0366F8E9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EF82B-B9C3-4D03-90C8-4087A00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42EC7-8B13-4F9E-9F33-2EB7D66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A766F-EA00-475F-9030-AE15B6A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2293235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2F93D-8875-4147-95DD-3F0F51ED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DKB-16 Laporan penjualan sales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248E2-A9D6-43B0-9F97-C067D41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FA2C3-2834-4295-B102-919F697D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0AD8E-A182-4780-BC34-41BEDD6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19/61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6643F-6A02-413C-AE91-3DE4D53F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d37fa079e4229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5776C-204E-4EC8-BCE7-666157B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E564F-1489-4A75-BA46-797BD50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16417-32DB-4B02-BA8B-48921D6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0708E-9808-449C-A17A-05DFBC3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A20DE-6DD9-4A9C-8E13-C8763A35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Penjualan &gt; Sales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5EEFC-B2C6-40A2-A00F-FDEA3CCA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EBB4D-4821-442A-95EF-BA314E0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penjualan sales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34D5C-3A3B-4970-8157-E082176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AEE8C-F262-4420-B1D2-8B25CDA7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EF18B-0199-4431-9CCB-E6C6DCF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EE34A-7DDD-411B-9389-309C01C7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0399810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97C57-29B7-4D28-9A46-0FEB3FA1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DKB-17 Semua menu dibedakan harga category termasuk online food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A6FAA-8528-49B0-AECC-03EE2D21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F2D3C-2DFA-4CEA-A3AD-FBBD1457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SOURCE +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85AB5-73B7-4AD6-957D-5AB487D0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20/61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1A293-B9FB-4C4D-A966-AAD15F4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1b88ac2354453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5197A-37DA-4D68-9BF3-AD86562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6FA5F-F19F-4496-8CBA-1F765287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95130-5457-4CFA-BFDD-8EFA7629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DBCEB-3A63-48CA-B159-9F36FD46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BFEBC-3021-472D-8D5E-DF747F24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Data &gt; Produk &gt; Harga per Kanal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6026B-433A-4683-8EB0-B93E8CF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146B8-9479-4653-AD2F-8617CB1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Semua menu dibedakan harga category termasuk online food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CCC92-9082-483E-84DE-A61F3A7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F9FEB-E584-4FF5-ABC9-0EB039D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dan BOM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SOURCE +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14CFF-C98F-45D6-A14C-22FB9893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1ACCE-9B9A-47A8-9975-5809DB15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2734864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D8E6F-34CF-4B76-BE45-ABF59B8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DKB-18 Ringkasan Penjualan (Gross Sales, Discount, Refunds, Net Sales)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90AC8-60D9-4A2C-A176-E536C20F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B7D74-D4F6-4390-8EFA-1F802B62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7E23B-92B5-4ED1-9DE3-7DEE2C9F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21/61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5D769-7871-4398-8184-B92B8922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2a46a55874c75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861CB-64A4-4E74-AD03-847060D9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7A0B5-09D9-42E7-BE52-CD3875D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30931-938F-4908-BC62-193D3BA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C5013-E98D-4C3E-B6E8-4002EA5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71880-5190-40C5-87B2-EA325C1B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Ringkasan Penjualan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3F6D4-E108-442B-9228-C466D8E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19165-6168-4ACB-9F8D-CC1556F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Ringkasan Penjualan (Gross Sales, Discount, Refunds, Net Sales)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8BBB-B0EE-4EEF-9892-5F45F5F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7E4C6-2ABD-48CB-9F0F-ED131833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E38D4-E752-4EC3-86D7-D6755305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73CCA-0F11-46D4-89C3-F29F7764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922869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99100-DBBF-4D9C-9E06-294EB73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DKB-19 Gross Profit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D6DF3-0BAB-4FC4-A679-E7098FB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6B153-642A-4D1A-8643-63B9BE3A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C5EDC-FDDA-492F-930E-17E1229C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22/61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2A718-FB85-4371-8F26-4155631A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d3813f8154b27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7036D-5EE7-4770-BA9B-14DA8B94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4946A-741D-4610-BA94-A449523E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03AB4-0A20-41B8-A06E-01AC2D57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C916F-4034-4A85-98EE-7820232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05F3A-121A-49C6-9793-09D71FC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Laba Kotor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59C57-BED1-4AE4-93E9-EE119A1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2AA8F-C474-40BC-B5DB-4AD6590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Gross Profit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E8F52-A4CA-4541-ADEE-1CE3F9F1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4CC5A-A82B-43C3-82A3-1624DC5B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71D2A-BE08-47AF-A2E6-C639880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288EB-4434-4AA5-A615-6E3E3651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3814682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91060-5AFE-4C42-B084-B4DE2384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DKB-20 Rincian Metode Pembayaran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38F49-D9F1-45EE-B564-C500190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B3D14-15AA-44BE-A025-4A825ED2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A2408-46B7-4336-B6A9-9DCF1AB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23/61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414E8-45A4-43B1-88D8-5896A180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734d697484106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83866-6516-4EAF-A76C-4DCACDB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E089B-6048-42A3-929C-2FF5E245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04B38-0566-4356-A767-966AA2AC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7A14F-31E2-4FD5-A106-E3FB419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35483-8452-4FD9-91F6-0382624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Metode Pembayaran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91DDF-5FE7-4DB1-9581-2AAAA8E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67F33-1793-4F2D-A7FF-164A064B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Rincian Metode Pembayaran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A595D-3D99-495B-A031-F4C4A095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AE5ED-A679-4050-917E-35639905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98CFE-A1B1-4742-ABF2-9C8E930B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B9FE0-FD15-41C6-86DE-FF68A76C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0503682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A1D4B-0808-4B29-B00C-1678EFFD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DKB-21 Rincian Produk Terjual (per toko, per hari)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C80E1-C3B6-4F01-993B-1C429672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5C435-077B-4456-B5E9-8DB9B60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62FB0-0284-49F2-8DC2-98B5401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24/61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39732-A730-4785-8BDD-1350B20C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cbb3f00954d8a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FA376-4F8C-4966-9898-3574516F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07C36-B7F7-4B03-BD06-F8DA3F3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F6303-44BB-4677-8B2E-56426903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16817-B118-4750-B6D9-EFA184E5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D1664-AA36-49FA-A3F1-363BB0BF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Produk Terjual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60E86-7FB4-48A9-A467-17633F0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832CD-C1D2-4F34-919A-A097884E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Rincian Produk Terjual (per toko, per hari)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CF59A-3978-43AF-AB7A-05359C0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6BE20-6446-4916-A6E9-89FD2CC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710A7-BB68-475B-AC4D-7DC440EE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48A36-C326-45B6-8290-F8F2ABB1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9648361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4755C-24E2-4833-B8BD-812D3757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DKB-22 Rincian Item Refund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8DE03-0D26-4CBF-B5D5-462F684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CB125-C1C7-4271-B963-11D9B3F8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E23AA-AE41-4914-89D3-E74D9CC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25/61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50D79-C008-4BC6-A963-BBB2983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88c69f3f64b3c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35CFA-37A6-4090-8FDC-9456C07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75E49-F4D3-4A14-9A25-CFBCC542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24A5A-E082-4F4A-84F2-B850DB4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CF0D5-4F15-494D-9C3E-5C10578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9C402-C928-4312-A764-FA23478E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Retur Penjualan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A5209-7F68-4A21-A7E7-5D9E283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F5FB1-2D26-4AAE-98A1-C9B75C8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Rincian Item Refund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EC915-05F4-4FAF-A2BE-1DCFF48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55B3A-A632-4773-959C-8225788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3CF86-66FF-4963-BF97-00FC37B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52E37-D156-446C-B348-B72C16E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3119651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F0505-E04F-4637-82E2-7914B12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DKB-23 Laporan Transaksi per hari/bulan/tahun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8EE5D-26C9-4A68-9ED1-7CD7C34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6A28-D0C2-4628-924D-57616EBF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596B4-EA43-4A0C-8102-6D89CF2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26/61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0F896-31C7-48E2-8444-5F2D5184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38fbbd780499f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A66E6-A5B4-4404-BE60-275C235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FB0D4-0E54-4321-868F-A375FEC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A3664-6ACE-405B-8389-F254969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98B59-8AC1-4C01-9E2A-2560C2E4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62CD0-155A-4329-86B3-05BC0FE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Transaksi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45FF0-9725-4A86-A508-C6AF372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09CA4-1774-416C-891C-90779DA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Transaksi per hari/bulan/tahun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C7162-6640-48BB-A85F-FB168E6E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F5CE2-98DF-4922-866D-1AE2AC97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AC2D7-1625-4CA5-982C-E53EE182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23224-643E-4F6F-ABB3-64088898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7861074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81551-9C1D-4C04-8862-659F0ADB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DKB-24 Laporan Shift (pemasukan dan pengeluaran)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20566-B529-4F71-B08B-1C24FB45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42ED8-BEA9-4AC3-AA82-F8BABA7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D9479-0771-4846-A384-32406CF2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27/61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BBA10-6CA2-4A0B-AF8F-A5028B7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f1b038b3b4ee2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798B5-77CB-4D34-8ED5-CB008D33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B8A65-0FDC-4F09-8186-0B847E4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4A255-5F91-424C-9936-1972F285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40147-F446-4A91-9E32-D64CBF32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FF4D3-A7BF-483F-BBA2-C68A54B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Transaksi &amp; Laporan &gt; Rekonsiliasi Sesi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F5DEF-FAFF-45AE-98F8-DC2AA511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92519-7C05-4C5A-AB66-39CA5AA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Shift (pemasukan dan pengeluaran)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0FAB6-EDE6-44C5-84EF-8EDA5E66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722E4-4A98-44C9-8101-06D0E1C7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0B92A-B57C-4A2A-877D-C1A98F91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A6540-CA08-43BA-8FC3-C3256DD5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9563030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0260D-B9F6-4E68-A565-824A19E6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DKB-25 Laporan Inventory/Stok (saldo awal, purchase order, pemakaian/usage, transfer stok, adjustment stok, waste, saldo akhir)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9ADDB-64D7-4FC8-8C10-A9D11E9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5AFD0-7197-45E2-97E1-F635C2B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B38AC-3E22-40ED-B70D-2DB36F5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28/61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DB569-95C8-4165-85DC-9E93269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136569a214ba8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C4E45-7AFB-4332-BB9C-19FE6C16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04337-F0DC-4C6F-A274-17F2963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5390D-CE55-4411-A99B-D03BB0A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745CE-35FE-4BA3-B236-A1C7BA6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637A0-8C95-49FF-BAAF-44A0E2C0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Inventory &amp; Sales &gt; Riwayat Stok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4D0B9-39C8-453F-ABC2-07B699B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DCBB9-D885-4C78-AEDB-2DC1E51A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Inventory/Stok (saldo awal, purchase order, pemakaian/usage, transfer stok, adjustment stok, waste, saldo akhir)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1AF44-5D69-4A61-AFE3-90B0075F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FB44B-3EC3-401B-AC9B-1DE57A1A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EE63B-E522-41B3-9862-E23D7561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9E0C9-89B4-4CA0-8D4E-63CCDD55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657042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33F5C-6114-495B-B54C-8F98697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DKB-26 Ringkasan Selisih Stok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B9B9-904D-4EB0-B0A3-3291DBD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E3776-AFD0-45A5-BA3A-C6F8E247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A67D3-6948-49C6-A54A-E93A625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29/61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89825-EE6B-4FF0-A32D-7543DA2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122fe1c374a90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72B60-4BA6-48CA-A674-4B73FB2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97232-D3F7-4B35-B2EF-C99D307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C320F-D28C-47CA-8D27-F2BAA73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9DF4A-F29A-4851-B71A-BF60E7CC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2F331-BC24-4CF6-BF54-45F9CC7B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Inventory &amp; Sales &gt; Rekonsiliasi Stok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73342-961B-4B40-8CCA-2E6BBDEE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AD69C-08B4-40E6-8C64-6C8F41D1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Ringkasan Selisih Stok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6098C-B1BB-4C5A-B3F4-05F53B8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A5247-26D9-47B1-83EE-9856053B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85670-D491-4148-8347-CD45324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5B5CC-12AD-4A73-B436-351A889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0954285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3DB95-01E0-40EA-826F-E2EAAADA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DKB-27 Ringkasan waste produk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D84F9-CC59-4929-934D-E17483CE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C6BB6-0C7D-469D-A67A-B6AE30F0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UAT LAPORAN/LAYAR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93ED1-7C99-4DD7-8976-85FBE786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30/61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C826-E26B-4A80-A61E-9B01477A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434942a68483d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FC3C2-AB39-40A0-8616-1FD3F6B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75CA-8730-4272-A890-630CA7CC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271E8-7478-4070-A19F-B4CCE29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11AC4-4707-460D-A925-F0918C2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D34A4-05CA-4BF0-8070-8EAD0DFA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Produksi &gt; Waste &amp; Susut Produksi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BF6F8-3D0E-4F05-9157-CA99DF3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F6327-7C8E-4B54-B792-B3A0339E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Ringkasan waste produk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BD9C6-9B53-4771-BDC8-7F9882AA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094C1-E169-4896-9769-DE0AE96D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jurnal umum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LAPORAN/LAYAR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9B765-1D66-42D9-A64A-99D374A7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0D08B-71C0-4A4A-AAED-B2574A5F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5541330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1EFC7-318E-436F-8E72-C9DEBF37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DKB-28 Pengajuan cuti online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F9F57-20D9-4966-B96D-F5A60C04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628AA-BA45-4556-B6CF-9E94C39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7C2CD-CD1D-4F84-AA45-EAB11E54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31/61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5C43B-B80E-41D1-9004-443A46CF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ac881e0f143ab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488C8-D4F4-43E1-A2C0-22ACED1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620AE-9A58-43AA-BBFB-9C38E70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D8686-338D-4E46-9F2F-E821849B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5AD69-F5B3-4422-9D53-886E5D33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1575B-ADA0-4233-A860-B48D74A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Cuti &amp; Izin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67D7C-691F-44F3-B747-F439B69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F8A39-9D23-4215-A861-9783C4D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Pengajuan cuti online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CDB49-DFB1-40F8-A03B-41C338E6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C2A20-AFC1-4763-8487-1DE21FC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88572-46D7-4341-8965-5ABDA7DE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22636-8F08-4DFE-9671-43821853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4722133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4D23B-DF31-47CD-B188-871CB1B0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DKB-29 Rekap kehadiran bisa dengan beberapa metode: foto/fingerprint/qrcode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A3DE2-DDB2-4987-A7E6-80DF777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F9A33-AC3F-4159-B896-303779B0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91076-35E0-4DF6-B4EC-BB60B763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32/61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B4913-16E7-47F4-B3C1-458A21C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d703db7484800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FA8A7-58EB-4BA3-ABF8-C0B2D11B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7E29C-EBD4-47A4-8E53-3D7D7124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7AE1E-BFA7-43A7-AF59-0704755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29954-F973-472B-B923-6BFBA69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59BA0-0897-4188-980F-9AEDE366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Kehadiran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3E51F-7E68-409F-9712-1926033E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8A7D8-774A-4937-B1C9-339715B5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Rekap kehadiran bisa dengan beberapa metode: foto/fingerprint/qrcode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FC187-154B-4F71-9FC7-E0B4F79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2F9A4-55FA-4D42-8F0B-608C660C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8FDEF-B48C-4092-9F3C-D2D66EC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9EBDD-065F-4B31-8BFD-D75B004F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528250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17256-2638-4FE9-82A5-57BB7BC2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2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DKB-30 Pengajuan Sakit dan Izin secara online, lalu ngelink approval dari atasan dan HRD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BD9BE-BA7C-44E3-B560-698FF2A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A5077-9C78-4E57-8236-869FF3D5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2A3AC-E737-49A6-9C87-E6F75D8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33/61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80403-F433-48C7-AC64-9C81CAD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d105c552342b3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C11EC-EB99-4F26-92BD-9508FD5A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3C0AD-E419-4A54-8915-1272CEE4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B010A-A4B8-4FF1-BE00-7016853D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10124-ACD9-4197-8122-FD9A8A6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EC9B-4AA3-47B2-A3C8-BEFACC8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Cuti &amp; Izin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96153-C35B-45B5-AADF-6E8BC52D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D1B84-8A3C-40B5-8DF7-AE83CF1D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Pengajuan Sakit dan Izin secara online, lalu ngelink approval dari atasan dan HRD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231C9-BEDD-4051-93E7-FAC9AC69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E3A78-6967-43DE-9241-ACC384A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E0CC6-E852-47F9-B1AB-7D641544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9156F-B32F-49A8-8E68-17941A5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8268393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82E27-3FE6-4A45-9302-8B35E149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DKB-31 Terdapat grafik kedisiplinan (Paling sering izin, Paling sering datang tepat waktu)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F45E3-5B63-42DD-A577-EC8DBC7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29769-DD9D-4425-950E-0EB8930A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6EB26-EFBB-4DE0-BC0E-B907719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34/61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5C6AA-A1ED-4A19-A39A-684C723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b538f62944027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7BB66-FD6E-4007-BA79-BA040399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FC795-9F0F-49CE-87DF-B3D6F88D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FC221-A373-466C-BBF2-35C1691E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01407-7125-43EB-BF7C-987DAEE2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DAA7F-FF33-4F17-BF81-90D3A49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Kedisiplinan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D5BEC-D427-4CB2-A3F8-01866E6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C0869-9640-42F2-BD02-AC496F10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Terdapat grafik kedisiplinan (Paling sering izin, Paling sering datang tepat waktu)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63A33-29D4-4093-8E93-3CC088E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02BB2-0F5A-4909-B860-4AE12C2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6F934-C832-4085-B35D-FE1E85D6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7D563-781D-4C01-B109-0960081B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16286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EEEFA-D171-4306-879F-B45AC7D7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DKB-32 Bisa tarik data riwayat kehadiran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4FB23-0F8E-4644-A0E1-047086BF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6E0CA-D92E-4405-BD59-C9F93502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82501-B7E1-4E53-92EB-8191E1B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35/61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C65D-67FB-4661-AEF9-51785661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78f43387d45ff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0180D-158C-48BD-9673-C9318FE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E2C8C-B9D6-4149-999C-46E99DC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41E6A-3887-470E-AB21-DA908E33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41C5A-F6C0-4A3A-8EFD-9A1AEBAA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F516B-69F5-4E6E-A871-BA76B229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Kehadiran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A4AFF-15C9-41FF-A820-6BC60451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B48E9-3552-41FE-8B95-38FC506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Bisa tarik data riwayat kehadiran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C97DF-D72A-4A6E-BE9C-F02F5FE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6103F-96A0-4D6F-81E2-5E63F5C7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1F284-2DC7-47BD-A5D0-82A902BA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ABA7D-2A52-4905-A5C4-C64F277F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505105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86196-99D2-452B-B58C-0FE9A7C0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DKB-33 Untuk outlet absen di Aplikasi -&gt; setiap karyawan dibuatkan akun dan WAJIB ABSEN di aplikasi tsb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E0030-9F74-43A4-AE00-ED7AD21B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785FE-12BA-4462-BAB0-D6C44FAC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B6EAC-277C-4480-83AC-94D11C6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36/61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52EFB-57E5-40FF-80C8-5D810EA3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cdd40987d4195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36855-E5F7-4873-9F55-FA94D4CD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541AC-8D0C-490E-8BE1-ABC2CD2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13B80-60E2-4301-8F1F-673F2B20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246F0-570F-4B6A-8CBE-37C6BAC4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39927-1E71-419E-9668-213BE218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Pegawai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55204-FD91-4437-8EF1-608FB36F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04316-20C1-4819-8C48-34178237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Untuk outlet absen di Aplikasi -&gt; setiap karyawan dibuatkan akun dan WAJIB ABSEN di aplikasi tsb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BDC80-8D16-41CB-A162-E0D4485B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C9ED0-07C9-4872-A8D3-B32D9B90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43512-515F-4327-B2AB-8B5D7747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9978A-63E2-4269-9ABC-8319418C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6334302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51286-5EB9-46DB-BB86-E96FBA0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DKB-34 7 Pengajian dan lembur berdasarkan surat perintah/persetujuan atasan-&gt; jika tidak ada, dianggap tidak lembur (tidak untuk pencairan lembur)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93189-B099-47BC-959A-1547001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4B310-2DDC-48B6-A4AA-C998A86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F773F-107B-4799-82EC-9566A1B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37/61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A0388-4F1C-4C72-9C91-121F5372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395d37233410f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2C71F-FDB2-46AF-A322-B7F2683F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7A4B7-6CE5-44DA-B7D6-60EB3A3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98AB0-304E-4000-9932-01F6D93E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0B085-8FA0-4978-8C17-9CF535D4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C638D-9A24-4FD8-8E14-D7F104B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Payroll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73880-0A60-421B-9AEE-328F71F8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3FA71-A1B0-4ADB-B9A8-527AF63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7 Pengajian dan lembur berdasarkan surat perintah/persetujuan atasan-&gt; jika tidak ada, dianggap tidak lembur (tidak untuk pencairan lembur)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53020-61E8-4A2A-A9AE-45F6CC8D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2744D-D7CA-460F-9EC2-048F0C06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32BFC-1D35-48B0-863F-81009E2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E1DE7-DB64-4C22-B116-182B5BE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326642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46ABD-F4A5-4675-AA1E-4C1E1F45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3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DKB-35 Jenjang kenaikan gaji disesuaikan berdasarkan masa kerja atau persentase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0516F-3319-4C70-B4EA-6F6D9EB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F1919-981F-4B8B-8A47-DD163F36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D0A85-ADB5-4599-8415-531E8ED4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38/61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A88CE-2DEB-4151-A6A5-D249C95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fd3fc96ec420e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0C5E7-8243-4330-8274-5E9EAD1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A2859-6B40-4820-A318-9F3CA744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78F8E-92E9-4B4D-8ED2-05AB01A0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7CD94-037D-402C-8E03-37E71FE1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B889F-51C2-4861-9753-DD4D0A4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Payroll &gt; Jenjang Gaji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4944F-48B6-4667-940E-641C22E4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CCE21-094A-42D2-9457-6C8AC3F6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Jenjang kenaikan gaji disesuaikan berdasarkan masa kerja atau persentase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A9464-225C-4880-9820-C800408A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FAB5E-2D6B-4870-8FF2-823B126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FF26C-394B-4B83-A4A7-4BADBFA0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3402C-62D4-43FC-AEEE-4707619D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6499588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AE3AC-CB8F-4E68-96E9-F550994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DKB-36 Bisa integrasi data kasbon dan segala bentuk potongan ke dalam slip gaji tanpa harus menginput manual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2EE3F-E75D-4DE6-95AB-CA0C6CC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D7E0-598D-4CDF-9CFD-0DE6ECC7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C4D3A-57E1-4BDB-80E0-82AACB02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39/61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60EEA-3EF0-4228-BF11-23CCEF1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b7a7fe5e649ff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7E6AE-F3D2-4DCC-83B1-6DD27CE3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D0250-E4BF-4A06-9B15-6A5CA37E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27364-3283-4DB3-B383-A7C214C0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AC33B-D600-4D9F-8F75-3777D56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9111A-C5F4-4B7D-A915-062AECA8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Payroll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7A1A7-E5D3-40B2-9997-F0636E8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8B4E6-71C8-440F-A76F-51CEF3D0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Bisa integrasi data kasbon dan segala bentuk potongan ke dalam slip gaji tanpa harus menginput manual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2A380-3C9D-4040-B89B-98A57BB8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0CB25-F5C9-41B3-807D-ABDCE847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78369-0965-4842-8B63-0319DA5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E21F2-F908-4EA3-8866-9FF943D6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36477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10632-6BE6-475A-A390-4E2A616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DKB-37 Sistem slip gaji mengakses mandiri di akun pribadi karyawan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198F9-9A35-4ABB-8374-D53D207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C38D7-5070-4EC8-801B-B00A6F47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1323E-68B0-4C74-84D6-320577D7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40/61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7EFD0-BABC-4CD1-8190-EF164853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8de75cbd24320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36703-0E15-4D93-9BE7-9280DAFE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B9168-D11E-4F25-8FC2-79F90AC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8D797-CD4D-4345-A538-936B60D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99878-DB22-4958-B31C-9E33D83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59385-A0EC-410B-BE55-C4D872AF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Payroll &gt; Slip Saya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4D5A0-BF1C-4E20-8661-B9DD1C84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B1ABA-E0B3-4325-B46D-ED8F902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Sistem slip gaji mengakses mandiri di akun pribadi karyawan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46F59-45EC-4BC8-8563-40936947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15A46-2D08-4B91-AE2F-8878288C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50E73-55C8-4C3D-81D7-00B060F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97CC2-7936-411E-AD3A-C923AC4A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4275699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EFE0D-A6FA-423A-9A57-7E3ED7EB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DKB-38 Setiap karyawan mendapatkan ID User sehingga presensi bisa ter-record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FA719-C145-4A38-9198-12569F54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E7EC3-EA8D-437F-9A27-2E0C3A94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C4752-64FD-453A-985E-0262AC21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41/61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683E9-4C89-4511-BE44-4DCCD767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10d33244a4e5d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2758D-54A0-46F8-B8B5-36D9BF7A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B7BDD-3A32-4EFB-8D47-37C379A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A8D1B-F82C-4FD0-86A4-6B80D1F3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36B83-197B-4894-9186-33FF0202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80266-5E99-4974-A35B-E5B9E54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Pegawai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163DF-2A40-4B22-B4DA-3F710E4B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5BA3D-F523-45F0-BCA5-950D8055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Setiap karyawan mendapatkan ID User sehingga presensi bisa ter-record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BAAF7-8753-479F-AE82-D6749B3F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91867-64A2-432C-81A3-E5B70EC9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200F3-28F9-4BD3-9DEA-82113E3F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EF2AD-6C28-46CA-ABC8-455364C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5470694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30750-1FDA-4EDC-8B8F-3CA14DAE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DKB-39 12 Setiap tim lapangan yang visit ke outlet untuk pendampingan akan mendapatkan notes minusan secara otomatis setelah mendapatkan verifikasi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24D45-429C-4D6C-8A89-24328AEA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22264-931F-49C6-857A-41CA0E29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5174C-4A31-473F-9989-1635D92B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42/61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3559B-76D2-4490-BC5A-97EEE6DD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a36b1690242b1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5419E-B3E5-4AE2-9E87-28A477A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37B28-3CC5-4AA0-9F1C-C418481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980CC-D9B9-49C7-A0AF-578381ED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69A1C-4B2D-4BFE-B8D3-5D2E920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39AC5-ECD7-456E-B3C0-3B6B345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Aturan Potongan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9C70C-E183-4C12-B013-6C0DA4C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9F41E-C031-4B2A-8F24-93934B6A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12 Setiap tim lapangan yang visit ke outlet untuk pendampingan akan mendapatkan notes minusan secara otomatis setelah mendapatkan verifikasi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A485F-69FE-4B6B-BA0C-227C1DE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12726-EC18-4D8C-9775-DDDB40B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3E974-B271-4A2D-B65B-E080479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6772B-F099-4E58-A848-80737F9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6191339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DE813-0129-4635-A46B-CDD9D14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DKB-40 Karyawan yang tercatat resign dadakan kena potong gaji 50%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6C5A9-DCBA-47D0-9EF7-6408321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A7A8F-5337-4D4E-AFBC-5FA86172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B3108-8091-4B5C-BC11-36F7E968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43/61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F160D-EF27-46C5-B79D-30B68736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70f0cce404be5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2D48B-24D8-47C3-8885-99C386F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54BF7-882A-450F-A918-8812F59B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1E303-55B5-4508-9C56-C31E6811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092B8-62EA-4ACE-9814-8BDFC4F1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9BE6-5751-4A7C-B44E-97AC9D66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Aturan Potongan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57EAE-5C6B-4462-A507-8748C394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74D3-FB73-4FF6-9117-3257F73F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Karyawan yang tercatat resign dadakan kena potong gaji 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265EB-8743-4C61-AF90-E231CA66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60C6B-9761-4616-808A-3EBA49C5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3FB0F-2EF4-41B4-AF17-69B71BE8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91515-513F-4066-920D-5E5F1F0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3303759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32FB5-9F49-435F-8232-59203F06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DKB-41 Karyawan masa kerja di bawah 10 hari tidak kena minusan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E4B61-6313-42FC-B9BE-5646082C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F785E-0CF4-4192-BCD0-960434B7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DC914-A1DF-4CF0-8228-510A5D61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44/61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DEFC6-DDC7-467E-B4E3-A0DBC69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d2eea8cb94922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8B1CC-C764-4343-B373-D3CCC218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31413-2C6B-4D06-BA32-827FDB2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7CB3F-9CF9-4317-A0F2-4B499F70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F0DF7-9CE9-4191-AD5C-8C336484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7BB92-1A55-4CF0-9B1B-6FBF8E4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SDM / HRD &gt; Aturan Potongan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5F839-ECB1-473D-A2FF-6C63EB9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89E59-0D71-48DC-8393-F131529D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Karyawan masa kerja di bawah 10 hari tidak kena minusan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4CB5B-5FA7-4FCD-8D5B-DB89E09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35B36-1826-47D5-8327-5C19F00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Seluruh tab HRD terbuka tanpa galat layanan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AC9BC-0454-47D4-A4B3-09F7474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D00C1-2E38-48CC-A9F7-5B2F03CD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11403677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C157D-48E2-42E0-AF0C-05EC03B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DKB-42 Purchase Request (dari divisi gudang, packing, bd, rpa)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ED923-BF88-490D-ACA7-AD22043A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A4AB2-84B3-4AC3-B102-4B88309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6D7F1-B2DF-4FB4-8E4E-21DC9F1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45/61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3F424-8EF2-402D-9A29-6C60172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57fd4d8ba4c1a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24E3D-E7A9-4A18-B02A-F62CF73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1F8F9-5BB2-41E1-8722-58C25E1A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EAB22-9BF3-4118-87C2-6835E8A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7D628-52BC-4E28-AEF8-6EA7FE56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3A1A3-2F9A-40C7-BB96-EC8995EC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Pengadaan &gt; 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98E1A-17CA-48BC-B126-4C7E9DD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361E1-7BDB-42B8-9072-C8F3B81A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Purchase Request (dari divisi gudang, packing, bd, rpa)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6D81C-DBFF-4D5A-9BE5-53D8A551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4A792-CC4B-4CEC-AB2A-C103065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82CFA-D6E0-498A-ADCB-C167A07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0ED46-9152-40D2-887A-606FBB1C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5494047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B5A6E-4E98-495F-8AD0-5A3B4598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DKB-43 Laporan Purchase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CA372-E884-466C-8E3F-5207E990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6F44F-5DA2-493B-A58C-58A4ACA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LAYAR/DATA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CCCA9-10E9-4FC4-A305-D70927F9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46/61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8AF43-9782-4798-B733-ED04B8F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839debdaf411f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15F5-F370-4633-A8E7-6D9D6BE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0DD94-CD11-49FF-AF75-B6AFA84F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BEC8E-49CC-428D-BF00-A1F3863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9A95D-29A3-4FDA-A8E2-2329EF7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4ADF4-6287-48B8-87B9-5ED9FD8F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Pengadaan &gt; Laporan 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7C97F-3A32-4C6A-936D-ED21B0FC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FDA69-15EE-4676-80D6-2A973370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Purchase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5E901-8664-4B6E-965B-32AB0B4C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E6C7A-C8B1-4AFE-960F-129A6A3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LAYAR/DATA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CF3CF-7634-44C9-B5E7-5FEC1B6D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B3C06-C9C9-4A88-AA68-ADFBF0A3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81148797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2896C-5717-483B-992D-75F7AE9D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DKB-44 List Data Supplier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DB9F1-03AD-4459-AE14-16C6C5F4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C69B3-C84C-43D5-B7DE-DBB5D3B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LAYAR/DATA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1F4C6-DF0D-4A35-B97F-F5D01870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47/61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C223A-8094-4D0B-BF33-88AA3A12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c530e20be431d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65D09-5A64-4EE0-8600-FE62B0F2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5999D-B9D9-4CF4-A77F-3289310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C564C-95EE-4FFC-AC1B-6F522A11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37DEE-7BF2-4891-9758-95CC273E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136C5-3ABB-40E7-9358-A130FF22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Data &gt; Pemasok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D3AE4-2FCE-4F14-B5B5-E101E1B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DAF88-63D1-4245-8960-5EA504FC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List Data Supplier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F6F1A-F1E8-4BD6-B172-DC9CB081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E2B7A-C7EE-4CC7-9024-D19D0BE1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LAYAR/DATA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9D253-00D3-446B-995F-D48548E3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D621A-DF9C-4A96-9398-85AE757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97638761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E613D-BA18-4910-AE5A-33BB3D4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DKB-45 Daftar Pembelian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88538-D7E3-4528-98C0-927E9B0F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1B757-DE08-44DE-9C50-952CB220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LAYAR/DATA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77E7C-FD30-4203-BBCB-A1DE8CFC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48/61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27397-1273-460A-BAEB-E920DB6B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dcf406c1c4682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9D24C-DAF9-4858-A113-299528E4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36D52-8E2F-40BA-AE77-8ABDCEC6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28B8B-9757-4918-BE20-FD23CE86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6CA0B-73B2-4CF9-9FB8-0A616EA0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50EED-2D60-48C2-8120-E0DEEFD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Inventory &amp; Sales &gt; Kulakan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7AFE9-6910-4DFB-AEE0-F0DC2500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BD0D9-9607-4E45-9268-A76D91EA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Pembelian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A7181-8327-4FB9-A8C4-A934904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D5EC9-F137-4EE6-8145-4078852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LAYAR/DATA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F19D4-5559-49BE-A887-0B38D5E2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66F26-E0A3-4B87-8CFD-9E27801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4654176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AEA25-6B55-4C75-9CAF-B3EEF610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DKB-46 Laporan Pembelian (Persupplier, Perjenis, Peritem)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DC479-85CD-472C-A11F-39D26D2A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952A3-4845-486E-8BC4-CC729EC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LAYAR/DATA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F2298-7DF1-4CA2-941F-655E7565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49/61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28A44-E67C-4809-8CC7-954B25E0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31d9fbf584b9b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5829B-919D-4D1B-ADAB-36DF623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224DE-162E-493C-8338-D49CFE94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B9556-CC45-4352-96C1-A99DECC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01309-D847-4CA8-84D0-264D708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D93A1-9ECD-4D0C-88E5-94C47D9C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Inventory &amp; Sales &gt; Hutang Supplier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8A3EA-8C01-4F36-A491-01F22979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C98A9-F8BA-4945-9934-09DF9ACB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Pembelian (Persupplier, Perjenis, Peritem)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BA7E5-9B3C-4ECD-85E1-4548E86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6455B-56B1-4599-B5E7-46F65AD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LAYAR/DATA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3D665-464B-4E33-A26C-2397DA34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21020-9537-42EF-A574-F67F5D53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1051704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33E41-B1BF-4CF1-A5AF-C698C46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DKB-47 Reminder Pembayaran Tempo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CEB1E-68C5-49BF-B048-DC16B46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857F2-AC70-4F0D-A6B6-2B192561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LAYAR/DATA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5F44A-8ED1-47E6-B5A7-2EB4964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50/61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C8CDB-8B41-4472-8273-BDC3952F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04613247b4d08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B7E3C-0712-4EA0-98DF-C52C8F0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59844-0B53-459C-B83F-ED9C1CC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5A806-4CA5-4996-AB4B-DDADC8E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56A37-34B7-450B-A2D0-0ED6295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94231-3372-4A59-85D7-080493E5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Inventory &amp; Sales &gt; Hutang Supplier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6029B-5AA0-4332-A20A-1679DD63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3FAFA-50BE-4500-A63F-07ECA0E1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Reminder Pembayaran Tempo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9D19B-AE14-4C25-BE60-D2876A45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DA66F-2C7C-4FDB-BD96-FB8D322C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LAYAR/DATA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65EE2-4F05-454B-9891-3467D65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98D0E-2DC5-4ECE-BBC6-2EC233D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4504760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F1A63-D914-44FD-8D65-4EC0772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DKB-48 Data Retur Supplier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0140E-22F5-4249-A9D1-14DC50D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6F5BC-98C5-4728-8E12-EB016255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UAT LAYAR/DATA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2EB7C-821E-4D20-9F44-F9090908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51/61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E761E-D92B-48EF-B4EE-E282596A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7858c1a4f4991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A2108-EB6B-49BD-833B-C5C3649F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1F082-15A6-480A-88CE-F9245930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C8D0D-CFD8-4630-A1B7-8DBE7D07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E0519-8D32-49C6-B437-942097F4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AB5DF-9EC7-489D-914B-439815D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Inventory &amp; Sales &gt; Retur Pembelian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73862-E6B3-4539-9136-57DBA73C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D35C7-EE16-430C-83A6-0CA7277D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Data Retur Supplier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68B23-453B-4DD3-A00E-EDD59C72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E1783-0624-4EFF-BE8D-A810E0F0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purchase request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LAYAR/DATA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6B630-1184-4B9D-B8F7-92526368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45814-9A69-47DE-A3C7-4144048C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75336577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9A648-0B7C-43B4-911A-47C46E35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DKB-49 PO di buat oleh SPV, Business Development, RPA dan divisi lain yang akan order barang langsung link tanpa gudang input manual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526C7-D69C-43FD-9874-31900D2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A7B78-5C64-40AB-AF21-0107162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8B713-EF23-4E75-A75F-73CF07B4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52/61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83732-1325-4DDF-A116-EEB8107F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d0dde3dd74574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C6A39-B96F-4F6D-BFBE-8FD43FE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2AAA1-3695-48E9-981C-9BCB313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03667-C771-477D-9505-C28592E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60124-E555-4A13-A8DA-372E814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D429F-D440-4C26-A12C-18333448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Pengadaan &gt; 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6BA59-EA55-4D40-AF93-68702B3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CDB42-EAA8-4621-AED7-BA7036AE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PO di buat oleh SPV, Business Development, RPA dan divisi lain yang akan order barang langsung link tanpa gudang input manual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070F4-5F71-432A-ABC9-258EE90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756D1-9BE1-4028-960B-B948768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 pengiriman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D8150-C73D-46A4-A818-4516A905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F280-B524-4C7F-81AC-4970CED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80599580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DE786-9F0E-47B0-A8B8-601BA190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DKB-50 Gudang (manager/adm) bisa edit PO untuk pengurangan barang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2B402-667F-4C53-8CFA-33B8494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A5A09-985B-48EC-B792-6223AE0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AACF4-E358-4010-81D1-473716F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53/61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73884-72F3-48EA-854F-7BF98E3C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ee6282fe84c43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0B2F4-B2BC-4BDE-ACFA-9D9E70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69C7F-85A4-4023-A35B-4066D75F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1146B-CED6-4C77-8956-963855B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30151-BF3C-44C0-951F-E49F0A71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50A0A-5D0F-4AC0-854E-E70F0A53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Pengadaan &gt; 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3361C-C4E5-4069-A1A8-93F723B0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BFC8F-2D94-4CB4-92C6-3A99DD4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Gudang (manager/adm) bisa edit PO untuk pengurangan barang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9316E-9176-4513-B3F3-B2FA30DA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A20C8-83C7-4604-A381-683FB55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 pengiriman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E86D0-0B6A-4B21-8D31-DCFCE45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BAB43-97BB-4C67-BDB3-F85A4356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96136754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2871F-7736-472C-8F2E-1CFBE2B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DKB-51 PO bisa di print dalam bentuk surat jalan (ada kolom ceklist untuk gudang, checker, dan outlet) ada kolom TTD juga untuk gudang delivery dan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F3C41-784D-4A3F-9EEA-CC12AC3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09E06-1EBD-4E30-8252-A743203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93AFB-85CF-4A51-930E-06A1F373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54/61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71BC4-3FFB-431C-BE8E-CE905A5F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5fdf83aea447a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067EC-B873-458C-80DC-BED0FD9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392AD-D589-4E2C-B4E0-F281B98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DE924-D250-4F0F-B5D7-ABE3BE7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7AC75-FFA3-4B82-8EE1-74CCE9D6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7B08F-4783-41A6-8DDF-6E2A8331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Distribusi &amp; Pengiriman &gt; Surat Jalan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3C985-8612-4C17-9A86-2D7C6952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FA953-90B9-4D02-AF21-CFD4BC95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PO bisa di print dalam bentuk surat jalan (ada kolom ceklist untuk gudang, checker, dan outlet) ada kolom TTD juga untuk gudang delivery dan outlet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D7BBB-EFAB-4CD6-84FB-58722D1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43208-24E0-4083-B03F-5908EB9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 pengiriman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41957-0C10-4ABB-9D5F-ECC54605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76F2B-8E08-4944-825F-B044087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11562601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A3E48-CB7F-4D60-A14A-DD7B6A5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DKB-52 Bisa menampilkan data pemakaian dan sisa stok outlet pada saat PO ke gudang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1465-C5FB-415E-A9D5-0CEAE7F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338B6-D269-4AC8-9BF2-DAB90477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2A4B-3955-4FCA-834A-71224561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55/61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D496F-464E-4EB5-91AA-526F10C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c283830c1439d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54E8F-AE95-4F17-ADE3-D4E1490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0B16-5EA1-4724-A728-F7D8C34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CF9DF-DD0C-42A1-9EA2-CD12323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801E2-3281-4E74-9F3F-CF8E572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66467-E645-494E-AF50-5F6E74D7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Pengadaan &gt; PO &gt; Riwayat Stok Outlet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13772-0030-4E3E-962B-E095CBF4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F4B96-3D30-4C39-9429-5EBD1800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Bisa menampilkan data pemakaian dan sisa stok outlet pada saat PO ke gudang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7453F-D1F7-4B4E-A478-38987F85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36FF8-D79F-47F7-9DE5-E002985A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 pengiriman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6F4F2-A9E4-43D0-9531-B27F4520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96AB1-7511-40AD-A429-AE0DC4F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39469052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1CE4A-BA91-4E1D-A6F0-82F3C71A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5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DKB-53 Bisa tarik data laporan pengiriman barang harian, mingguan, bulanan. Baik per item/outlet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747E5-2F79-412F-836F-096664CC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96181-D6F1-402D-AAA3-196A0D2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821F7-104F-40A6-BA2F-7249986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56/61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2F9BA-0053-4ACC-9521-F281A924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6aa0f367941de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8942E-00E1-4597-8F79-3424DB9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DE7EC-5ECF-4635-82C1-6C89E3D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DC395-E58B-4A2E-B8DA-E0F7CEF0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A8010-1C3F-41C8-9146-5059EAC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CF482-1EEC-459E-A7DD-DCAF847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Distribusi &amp; Pengiriman &gt; Laporan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8708C-5BEB-44E5-BAA2-AC09DA89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1B7AD-AAB9-42C7-B459-9D20F6D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Bisa tarik data laporan pengiriman barang harian, mingguan, bulanan. Baik per item/outlet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5BBAE-B74D-433C-A652-E904D6AC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8A976-0F59-4B3C-9047-006A7AB7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 pengiriman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E4C63-D222-484F-B843-370C9450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15B9A-9D97-4F70-87BC-2ED04DEF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108714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0B97B-F45B-4BBA-990C-FC9BC02C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DKB-54 Data return dari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A85F1-3978-4EF7-B5D0-AA650DBF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2F71B-B996-4DC9-821B-EB417656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UAT DATA 50+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5863F-24B8-444C-8C3B-48DDD8C9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57/61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2D1C-D4DB-410C-9BAB-E07604E3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f14fc44534402"/>
          <a:stretch xmlns:a="http://schemas.openxmlformats.org/drawingml/2006/main"/>
        </p:blipFill>
        <p:spPr>
          <a:xfrm xmlns:a="http://schemas.openxmlformats.org/drawingml/2006/main">
            <a:off x="523875" y="1719560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904E1-8387-4E89-8EC5-E556EDEB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DFD89-1A77-45F2-A073-FEC324D1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19674-6B37-4C18-87CE-C78C011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90987-11FE-4996-9E89-33994F3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3C316-940D-41F3-9361-01F02BB7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Distribusi &amp; Pengiriman &gt; Retur Outlet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74457-CCC6-4ED7-ADD2-847C6C6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760CB-1BBB-42C8-925E-64A64D13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Data return dari outlet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5E73C-4FDD-44C8-B57E-46D36FE0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D9C4F-4577-4A45-893B-F8C8463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 pengiriman</a:t>
            </a:r>
          </a:p>
          <a:p xmlns:a="http://schemas.openxmlformats.org/drawingml/2006/main">
            <a:pPr algn="l">
              <a:defRPr sz="1275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Status: UAT DATA 50+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8A12A-099F-4CF5-ACE1-1422A2A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80AAB-4752-4240-9EFF-105048BB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34721653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FECCF-D923-4396-A67A-B71F47EA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DKB-55 Pengajuan inventaris toko lewat aplikasi POS, approval ke bagian General Affair dan di acc oleh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F357-9E95-489A-A930-B886724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BB1B0-15F7-4B94-8E17-D362E75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General Affair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BE8AE-5FBC-4A1E-ABE3-185F83FF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58/61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D8356-9815-4099-BF1A-BD593E9D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9068b742c45f7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5E611-457C-499B-8D75-743E082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AC98C-AA8D-44C3-937F-7C269A6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64918-3D37-484A-AE94-B3227155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0C08-CCCB-4CEA-8157-639CE907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211D8-4467-48C9-8EC5-D4742F6B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Inventaris GA &gt; Pengajuan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F0CD7-54D7-4084-8105-302D0AB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41567-9F54-49C7-A4A3-8B69F6A2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Pengajuan inventaris toko lewat aplikasi POS, approval ke bagian General Affair dan di acc oleh Keuangan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D57FE-FAA3-4DE5-B8AB-52851361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A1062-F7CC-45F5-9222-6DFD7EF5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Layar inventaris GA live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16E70-E0B4-4245-A6E3-9840A928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49532-5152-41EE-B4AE-917E529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2804857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A09D0-FA60-417F-926D-F1112EE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DKB-56 List inventaris per toko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97B42-6D70-41E1-93C0-41D081C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0957E-1342-405C-AA5E-7F94FBCA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General Affair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F4604-477C-4350-84C2-136D3C85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59/61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7F9D2-7065-48EB-AFB8-3BEE317F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ba5cd920f4b62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F562-E310-41D4-8815-ED38F74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109C4-3FD0-4045-AD97-FA0B778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F7A0F-F217-46CD-8C3E-499EB35A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FF932-FD96-471E-ABA0-22B1D5D8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13276-47AA-42FC-A188-B88A3CF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Inventaris GA &gt; Daftar 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E67B6-3FEB-49BD-A6D0-B5A485C3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0A4D0-A362-4643-B86F-06EC306A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List inventaris per toko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04878-CB5E-4950-8837-464675C8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125E2-1139-4DBD-8BB5-D7FDC70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Layar inventaris GA live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08A2A-45BF-4CCE-BDAF-2244400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E1D42-E0DA-42AF-8243-B6DF2981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21321681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3C33B-AC61-47B7-B5F6-463D3A0D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DKB-57 Pengajuan retur inventaris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46747-C28F-487B-B013-C23DF0B6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30244-4F6D-4A7C-8A0A-DA1C43C4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General Affair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6F9BE-76C2-4AF1-9649-861240B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60/61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F6390-F4B0-477D-9387-0ADA9DC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1f204dcd44794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1F50D-6237-4AE4-A934-22271CB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68925-070A-4938-A964-0E645F23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261D7-9CAA-4107-BA92-7284CF1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50514-3B62-4D72-87A6-A53843A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0487A-FB82-49AA-B737-97B5361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Inventaris GA &gt; Retur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E9C54-BFB1-44CA-932A-43D614C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DBD19-3097-4315-83B7-120BC676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Pengajuan retur inventaris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86F23-D7CE-4109-B14D-A04708DC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4C9A1-B1F3-4CFD-A9EF-D66619B0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Layar inventaris GA live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77C36-F574-479C-BB93-239D9342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4C0F2-47C3-41A9-AE29-C594E1F4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82909720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71D55-264C-466F-B37C-C37698B6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DKB-58 Pengajuan perpindahan invetaris dari satu outlet ke outlet lainnya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2089E-72ED-452B-B86E-2646D94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FBEFB-4C59-4D6F-B8E9-BD41AECA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General Affair | UAT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C8EA5-63F7-4ACB-B542-6FA9665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Rev3 | 61/61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3D28A-B978-4FDB-B1B6-AF5176B9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91375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8DEE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970d4f4ce4dba"/>
          <a:stretch xmlns:a="http://schemas.openxmlformats.org/drawingml/2006/main"/>
        </p:blipFill>
        <p:spPr>
          <a:xfrm xmlns:a="http://schemas.openxmlformats.org/drawingml/2006/main">
            <a:off x="523875" y="1741289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BAF6C-72BE-4873-8CC3-1DC9897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F3AA7-0DEB-4EC6-B3BA-D2D2A50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D32D-D8CA-4892-814B-585BA5C7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D37C1-9A89-44E5-8ED4-6DEF0BF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Posisi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CECBD-3370-4284-8DB5-8ADB30BB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Inventaris GA &gt; Perpindahan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1A376-AD84-4626-8A4C-67EA72BD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7F0B9-520C-4387-9437-84954D0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5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Pengajuan perpindahan invetaris dari satu outlet ke outlet lainnya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31761-F548-4A95-BD37-2C9A163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pada halaman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FB643-71AE-443B-ADB1-29140D02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Layar inventaris GA live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Status: UAT LAYAR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A325F-6275-4D45-919E-2DD18E9A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Petunjuk anotasi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7112A-C991-4F6E-8E5F-9278844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1. Kelompok menu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2. Area filter atau kontrol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3. Daftar data atau aksi</a:t>
            </a:r>
          </a:p>
        </p:txBody>
      </p:sp>
    </p:spTree>
    <p:extLst>
      <p:ext uri="{BB962C8B-B14F-4D97-AF65-F5344CB8AC3E}">
        <p14:creationId xmlns:p14="http://schemas.microsoft.com/office/powerpoint/2010/main" val="1350899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2026-09-29T14:22:17.0830000Z</dcterms:created>
  <dcterms:modified xsi:type="dcterms:W3CDTF">2026-09-29T14:22:17.0830000Z</dcterms:modified>
</coreProperties>
</file>