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4a16465cbc48c5" /><Relationship Type="http://schemas.openxmlformats.org/officeDocument/2006/relationships/extended-properties" Target="/docProps/app.xml" Id="R9339a5a5704a4184" /><Relationship Type="http://schemas.openxmlformats.org/officeDocument/2006/relationships/officeDocument" Target="/ppt/presentation.xml" Id="R15cb497f2c59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03903138654d49"/>
  </p:sldMasterIdLst>
  <p:notesMasterIdLst>
    <p:notesMasterId xmlns:r="http://schemas.openxmlformats.org/officeDocument/2006/relationships" r:id="Raae29ec0c8bd43bb"/>
  </p:notesMasterIdLst>
  <p:sldIdLst>
    <p:sldId xmlns:r="http://schemas.openxmlformats.org/officeDocument/2006/relationships" id="256" r:id="R141c250d27394aba"/>
    <p:sldId xmlns:r="http://schemas.openxmlformats.org/officeDocument/2006/relationships" id="257" r:id="R8ce050a75bf045ff"/>
    <p:sldId xmlns:r="http://schemas.openxmlformats.org/officeDocument/2006/relationships" id="258" r:id="Rb60301293197468b"/>
    <p:sldId xmlns:r="http://schemas.openxmlformats.org/officeDocument/2006/relationships" id="259" r:id="R48d7c16ed53747d0"/>
    <p:sldId xmlns:r="http://schemas.openxmlformats.org/officeDocument/2006/relationships" id="260" r:id="R6bc7abc536bf41ac"/>
    <p:sldId xmlns:r="http://schemas.openxmlformats.org/officeDocument/2006/relationships" id="261" r:id="R3d4dfa0f095e4590"/>
    <p:sldId xmlns:r="http://schemas.openxmlformats.org/officeDocument/2006/relationships" id="262" r:id="R2f42e68f413043c2"/>
    <p:sldId xmlns:r="http://schemas.openxmlformats.org/officeDocument/2006/relationships" id="263" r:id="R81b60e752f28415b"/>
    <p:sldId xmlns:r="http://schemas.openxmlformats.org/officeDocument/2006/relationships" id="264" r:id="R5669e550516e4262"/>
    <p:sldId xmlns:r="http://schemas.openxmlformats.org/officeDocument/2006/relationships" id="265" r:id="Rec1b7e4f96454032"/>
    <p:sldId xmlns:r="http://schemas.openxmlformats.org/officeDocument/2006/relationships" id="266" r:id="Rcf07a4abcccd4261"/>
    <p:sldId xmlns:r="http://schemas.openxmlformats.org/officeDocument/2006/relationships" id="267" r:id="Rcabf4a21b5624bc4"/>
    <p:sldId xmlns:r="http://schemas.openxmlformats.org/officeDocument/2006/relationships" id="268" r:id="R68b21f73a3c44483"/>
    <p:sldId xmlns:r="http://schemas.openxmlformats.org/officeDocument/2006/relationships" id="269" r:id="R17dfde2ce0fa4305"/>
    <p:sldId xmlns:r="http://schemas.openxmlformats.org/officeDocument/2006/relationships" id="270" r:id="R72fe984584584615"/>
    <p:sldId xmlns:r="http://schemas.openxmlformats.org/officeDocument/2006/relationships" id="271" r:id="Rbd8dcc81af60437b"/>
    <p:sldId xmlns:r="http://schemas.openxmlformats.org/officeDocument/2006/relationships" id="272" r:id="R176f706e951343ef"/>
    <p:sldId xmlns:r="http://schemas.openxmlformats.org/officeDocument/2006/relationships" id="273" r:id="R185780a11546436d"/>
    <p:sldId xmlns:r="http://schemas.openxmlformats.org/officeDocument/2006/relationships" id="274" r:id="Re5a3650975da4d96"/>
    <p:sldId xmlns:r="http://schemas.openxmlformats.org/officeDocument/2006/relationships" id="275" r:id="R659d50571b4b4f8d"/>
    <p:sldId xmlns:r="http://schemas.openxmlformats.org/officeDocument/2006/relationships" id="276" r:id="R0740609c2fe24544"/>
    <p:sldId xmlns:r="http://schemas.openxmlformats.org/officeDocument/2006/relationships" id="277" r:id="Rdfada33e0726491a"/>
    <p:sldId xmlns:r="http://schemas.openxmlformats.org/officeDocument/2006/relationships" id="278" r:id="Rcaf81154bbf54646"/>
    <p:sldId xmlns:r="http://schemas.openxmlformats.org/officeDocument/2006/relationships" id="279" r:id="R05e41f8f5b5843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4df40905c8416c" /><Relationship Type="http://schemas.openxmlformats.org/officeDocument/2006/relationships/slideMaster" Target="/ppt/slideMasters/slideMaster1.xml" Id="Rd603903138654d49" /><Relationship Type="http://schemas.openxmlformats.org/officeDocument/2006/relationships/notesMaster" Target="/ppt/notesMasters/notesMaster1.xml" Id="Raae29ec0c8bd43bb" /><Relationship Type="http://schemas.openxmlformats.org/officeDocument/2006/relationships/presProps" Target="/ppt/presProps.xml" Id="R8086ec8427cb4dc0" /><Relationship Type="http://schemas.openxmlformats.org/officeDocument/2006/relationships/tableStyles" Target="/ppt/tableStyles.xml" Id="R3b0c5358e09f401b" /><Relationship Type="http://schemas.openxmlformats.org/officeDocument/2006/relationships/slide" Target="/ppt/slides/slide1.xml" Id="R141c250d27394aba" /><Relationship Type="http://schemas.openxmlformats.org/officeDocument/2006/relationships/slide" Target="/ppt/slides/slide2.xml" Id="R8ce050a75bf045ff" /><Relationship Type="http://schemas.openxmlformats.org/officeDocument/2006/relationships/slide" Target="/ppt/slides/slide3.xml" Id="Rb60301293197468b" /><Relationship Type="http://schemas.openxmlformats.org/officeDocument/2006/relationships/slide" Target="/ppt/slides/slide4.xml" Id="R48d7c16ed53747d0" /><Relationship Type="http://schemas.openxmlformats.org/officeDocument/2006/relationships/slide" Target="/ppt/slides/slide5.xml" Id="R6bc7abc536bf41ac" /><Relationship Type="http://schemas.openxmlformats.org/officeDocument/2006/relationships/slide" Target="/ppt/slides/slide6.xml" Id="R3d4dfa0f095e4590" /><Relationship Type="http://schemas.openxmlformats.org/officeDocument/2006/relationships/slide" Target="/ppt/slides/slide7.xml" Id="R2f42e68f413043c2" /><Relationship Type="http://schemas.openxmlformats.org/officeDocument/2006/relationships/slide" Target="/ppt/slides/slide8.xml" Id="R81b60e752f28415b" /><Relationship Type="http://schemas.openxmlformats.org/officeDocument/2006/relationships/slide" Target="/ppt/slides/slide9.xml" Id="R5669e550516e4262" /><Relationship Type="http://schemas.openxmlformats.org/officeDocument/2006/relationships/slide" Target="/ppt/slides/slide10.xml" Id="Rec1b7e4f96454032" /><Relationship Type="http://schemas.openxmlformats.org/officeDocument/2006/relationships/slide" Target="/ppt/slides/slide11.xml" Id="Rcf07a4abcccd4261" /><Relationship Type="http://schemas.openxmlformats.org/officeDocument/2006/relationships/slide" Target="/ppt/slides/slide12.xml" Id="Rcabf4a21b5624bc4" /><Relationship Type="http://schemas.openxmlformats.org/officeDocument/2006/relationships/slide" Target="/ppt/slides/slide13.xml" Id="R68b21f73a3c44483" /><Relationship Type="http://schemas.openxmlformats.org/officeDocument/2006/relationships/slide" Target="/ppt/slides/slide14.xml" Id="R17dfde2ce0fa4305" /><Relationship Type="http://schemas.openxmlformats.org/officeDocument/2006/relationships/slide" Target="/ppt/slides/slide15.xml" Id="R72fe984584584615" /><Relationship Type="http://schemas.openxmlformats.org/officeDocument/2006/relationships/slide" Target="/ppt/slides/slide16.xml" Id="Rbd8dcc81af60437b" /><Relationship Type="http://schemas.openxmlformats.org/officeDocument/2006/relationships/slide" Target="/ppt/slides/slide17.xml" Id="R176f706e951343ef" /><Relationship Type="http://schemas.openxmlformats.org/officeDocument/2006/relationships/slide" Target="/ppt/slides/slide18.xml" Id="R185780a11546436d" /><Relationship Type="http://schemas.openxmlformats.org/officeDocument/2006/relationships/slide" Target="/ppt/slides/slide19.xml" Id="Re5a3650975da4d96" /><Relationship Type="http://schemas.openxmlformats.org/officeDocument/2006/relationships/slide" Target="/ppt/slides/slide20.xml" Id="R659d50571b4b4f8d" /><Relationship Type="http://schemas.openxmlformats.org/officeDocument/2006/relationships/slide" Target="/ppt/slides/slide21.xml" Id="R0740609c2fe24544" /><Relationship Type="http://schemas.openxmlformats.org/officeDocument/2006/relationships/slide" Target="/ppt/slides/slide22.xml" Id="Rdfada33e0726491a" /><Relationship Type="http://schemas.openxmlformats.org/officeDocument/2006/relationships/slide" Target="/ppt/slides/slide23.xml" Id="Rcaf81154bbf54646" /><Relationship Type="http://schemas.openxmlformats.org/officeDocument/2006/relationships/slide" Target="/ppt/slides/slide24.xml" Id="R05e41f8f5b5843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3e88454c84c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44816518df4b6f" /><Relationship Type="http://schemas.openxmlformats.org/officeDocument/2006/relationships/notesMaster" Target="/ppt/notesMasters/notesMaster1.xml" Id="R5ea861de7d714a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39f0ecc79649ed" /><Relationship Type="http://schemas.openxmlformats.org/officeDocument/2006/relationships/notesMaster" Target="/ppt/notesMasters/notesMaster1.xml" Id="R47976525108d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63006c1de4a2f" /><Relationship Type="http://schemas.openxmlformats.org/officeDocument/2006/relationships/notesMaster" Target="/ppt/notesMasters/notesMaster1.xml" Id="R02b792d17aab44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2a523228e4c71" /><Relationship Type="http://schemas.openxmlformats.org/officeDocument/2006/relationships/notesMaster" Target="/ppt/notesMasters/notesMaster1.xml" Id="R51466162e7a3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9bb322bacc4df9" /><Relationship Type="http://schemas.openxmlformats.org/officeDocument/2006/relationships/notesMaster" Target="/ppt/notesMasters/notesMaster1.xml" Id="Rc13657350980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ebcc06bc64228" /><Relationship Type="http://schemas.openxmlformats.org/officeDocument/2006/relationships/notesMaster" Target="/ppt/notesMasters/notesMaster1.xml" Id="R246c8d8e00f74e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42086a0c9f4d2f" /><Relationship Type="http://schemas.openxmlformats.org/officeDocument/2006/relationships/notesMaster" Target="/ppt/notesMasters/notesMaster1.xml" Id="R41ca44cb92c345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d452820a1b44a1" /><Relationship Type="http://schemas.openxmlformats.org/officeDocument/2006/relationships/notesMaster" Target="/ppt/notesMasters/notesMaster1.xml" Id="R8946b0d5e3ef4f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4ce1f207146a6" /><Relationship Type="http://schemas.openxmlformats.org/officeDocument/2006/relationships/notesMaster" Target="/ppt/notesMasters/notesMaster1.xml" Id="Reb1fe21de4bf4f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214c379b614b82" /><Relationship Type="http://schemas.openxmlformats.org/officeDocument/2006/relationships/notesMaster" Target="/ppt/notesMasters/notesMaster1.xml" Id="Rc563d426d230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e303313f1341ad" /><Relationship Type="http://schemas.openxmlformats.org/officeDocument/2006/relationships/notesMaster" Target="/ppt/notesMasters/notesMaster1.xml" Id="R4325fbcf8e144b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82be2c6002427c" /><Relationship Type="http://schemas.openxmlformats.org/officeDocument/2006/relationships/notesMaster" Target="/ppt/notesMasters/notesMaster1.xml" Id="R621f47c1708f42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a2f456d219474b" /><Relationship Type="http://schemas.openxmlformats.org/officeDocument/2006/relationships/notesMaster" Target="/ppt/notesMasters/notesMaster1.xml" Id="R5a5dd0a9142343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1d1ae3bc5141f3" /><Relationship Type="http://schemas.openxmlformats.org/officeDocument/2006/relationships/notesMaster" Target="/ppt/notesMasters/notesMaster1.xml" Id="R8044b21518d140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dcef0a69bd42e1" /><Relationship Type="http://schemas.openxmlformats.org/officeDocument/2006/relationships/notesMaster" Target="/ppt/notesMasters/notesMaster1.xml" Id="R991bcac172b04e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4f97f78c814642" /><Relationship Type="http://schemas.openxmlformats.org/officeDocument/2006/relationships/notesMaster" Target="/ppt/notesMasters/notesMaster1.xml" Id="R6f132bbf9c7e4b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3ee37dd9d14a32" /><Relationship Type="http://schemas.openxmlformats.org/officeDocument/2006/relationships/notesMaster" Target="/ppt/notesMasters/notesMaster1.xml" Id="Rc93e5fedaba748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fd1716227a431f" /><Relationship Type="http://schemas.openxmlformats.org/officeDocument/2006/relationships/notesMaster" Target="/ppt/notesMasters/notesMaster1.xml" Id="R0a1148ce32964b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e0f516c5ee4d33" /><Relationship Type="http://schemas.openxmlformats.org/officeDocument/2006/relationships/notesMaster" Target="/ppt/notesMasters/notesMaster1.xml" Id="Ra5b090bdac5b4f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659103688a44d3" /><Relationship Type="http://schemas.openxmlformats.org/officeDocument/2006/relationships/notesMaster" Target="/ppt/notesMasters/notesMaster1.xml" Id="Raa1e90f1882d4b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d003c31fc9497d" /><Relationship Type="http://schemas.openxmlformats.org/officeDocument/2006/relationships/notesMaster" Target="/ppt/notesMasters/notesMaster1.xml" Id="Rca97c8117f8c43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7f85d3f682433e" /><Relationship Type="http://schemas.openxmlformats.org/officeDocument/2006/relationships/notesMaster" Target="/ppt/notesMasters/notesMaster1.xml" Id="R46144792678444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ca5ba1bb4e4774" /><Relationship Type="http://schemas.openxmlformats.org/officeDocument/2006/relationships/notesMaster" Target="/ppt/notesMasters/notesMaster1.xml" Id="R72abd8d32c8744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7e566bd5284099" /><Relationship Type="http://schemas.openxmlformats.org/officeDocument/2006/relationships/notesMaster" Target="/ppt/notesMasters/notesMaster1.xml" Id="Rfb882c875aef4a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pengujian dan bukti live lokal 29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flutter test, build_semua_varian.ps1, gerbang data dan laporan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hasil-gate-data-desktop.csv dan hasil-gate-laporan-desktop.csv.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C:\opt\CodeBaseDesktopDanMobile\docs\uat-abchicken-20260929\evidence\00-ringkasan-data-settle.png. Petunjuk: Pastikan seluruh gerbang data menyatakan lulus sebelum membuka proses lain.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C:\opt\CodeBaseDesktopDanMobile\docs\uat-abchicken-20260929\evidence\01-outlet_order-50-record.png. Petunjuk: Pilih tab Pesanan Outlet. Gunakan pencarian dan filter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C:\opt\CodeBaseDesktopDanMobile\docs\uat-abchicken-20260929\evidence\02-bom-50-record.png. Petunjuk: Pilih tab Resep/BOM. Cari kode atau nama resep lalu buka kartu.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C:\opt\CodeBaseDesktopDanMobile\docs\uat-abchicken-20260929\evidence\03-procurement_pr-50-record.png. Petunjuk: Buka tab PR. Filter status dan posting lalu pilih dokumen.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C:\opt\CodeBaseDesktopDanMobile\docs\uat-abchicken-20260929\evidence\04-procurement_po-50-record.png. Petunjuk: Buka tab PO. Gunakan pencarian vendor atau nomor.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C:\opt\CodeBaseDesktopDanMobile\docs\uat-abchicken-20260929\evidence\05-procurement_bast-50-record.png. Petunjuk: Periksa kuantitas dan kondisi penerimaan sebelum posting.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C:\opt\CodeBaseDesktopDanMobile\docs\uat-abchicken-20260929\evidence\06-procurement_invoice-50-record.png. Petunjuk: Cocokkan referensi PO, BAST, dan nilai tagihan.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C:\opt\CodeBaseDesktopDanMobile\docs\uat-abchicken-20260929\evidence\07-procurement_payment-50-record.png. Petunjuk: Periksa akun bank, nominal, dan status dokumen.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C:\opt\CodeBaseDesktopDanMobile\docs\uat-abchicken-20260929\evidence\08-production-50-record.png. Petunjuk: Pilih batch lalu periksa bahan dan hasil produksi.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C:\opt\CodeBaseDesktopDanMobile\docs\uat-abchicken-20260929\evidence\09-shipment-50-record.png. Petunjuk: Pantau DELIVERY, ARRIVED, COMPLETED dan tujuan outlet.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C:\opt\CodeBaseDesktopDanMobile\docs\uat-abchicken-20260929\evidence\10-claim-50-record.png. Petunjuk: Gunakan filter status lalu pilih kartu untuk penyelesaian.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C:\opt\CodeBaseDesktopDanMobile\docs\uat-abchicken-20260929\evidence\11-pos_sale-50-record.png. Petunjuk: Gunakan pencarian transaksi dan filter posting untuk rekonsiliasi.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C:\opt\CodeBaseDesktopDanMobile\docs\uat-abchicken-20260929\evidence\12-sumber-akun-posting.png. Petunjuk: Pastikan semua sumber menunjuk akun daun aktif sebelum posting.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C:\opt\CodeBaseDesktopDanMobile\docs\uat-abchicken-20260929\evidence\20-keseluruhan-jurnal.png. Petunjuk: Atur periode, tekan Tampilkan, lalu periksa debit dan kredit.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C:\opt\CodeBaseDesktopDanMobile\docs\uat-abchicken-20260929\evidence\20-keseluruhan-jurnal-halaman-terakhir.png. Petunjuk: Gunakan navigasi halaman sampai baris terakhir.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C:\opt\CodeBaseDesktopDanMobile\docs\uat-abchicken-20260929\evidence\21-buku-besar.png. Petunjuk: Cocokkan mutasi akun dengan jurnal sumber.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C:\opt\CodeBaseDesktopDanMobile\docs\uat-abchicken-20260929\evidence\22-neraca-saldo.png. Petunjuk: Periksa kesetaraan total debit dan kredit.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C:\opt\CodeBaseDesktopDanMobile\docs\uat-abchicken-20260929\evidence\23-laba-rugi.png. Petunjuk: Periksa pendapatan, beban, dan laba bersih.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C:\opt\CodeBaseDesktopDanMobile\docs\uat-abchicken-20260929\evidence\24-neraca.png. Petunjuk: Periksa aset, liabilitas, dan ekuitas.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gambar: C:\opt\CodeBaseDesktopDanMobile\docs\uat-abchicken-20260929\evidence\25-arus-kas.png. Petunjuk: Periksa penerimaan, pengeluaran, dan saldo kas atau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Batasan signing berdasarkan hasil build_semua_varian.ps1.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7dbb7e68f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200b195294dbd" /><Relationship Type="http://schemas.openxmlformats.org/officeDocument/2006/relationships/slideLayout" Target="/ppt/slideLayouts/slideLayout1.xml" Id="R433702d4601846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3702d4601846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f23c27dec46f2" /><Relationship Type="http://schemas.openxmlformats.org/officeDocument/2006/relationships/notesSlide" Target="/ppt/notesSlides/notesSlide1.xml" Id="R4028551a8ce74b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55413694b4d93" /><Relationship Type="http://schemas.openxmlformats.org/officeDocument/2006/relationships/notesSlide" Target="/ppt/notesSlides/notesSlide2.xml" Id="R7dea6d3873d8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3c75382834f1b" /><Relationship Type="http://schemas.openxmlformats.org/officeDocument/2006/relationships/notesSlide" Target="/ppt/notesSlides/notesSlide3.xml" Id="Rb5320317c22843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cfef9a47495e" /><Relationship Type="http://schemas.openxmlformats.org/officeDocument/2006/relationships/image" Target="/ppt/media/image.png" Id="R13ca37200164455f" /><Relationship Type="http://schemas.openxmlformats.org/officeDocument/2006/relationships/notesSlide" Target="/ppt/notesSlides/notesSlide4.xml" Id="R0a07acfe79834d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4056340c84274" /><Relationship Type="http://schemas.openxmlformats.org/officeDocument/2006/relationships/image" Target="/ppt/media/image2.png" Id="R0b8f187979fe4ade" /><Relationship Type="http://schemas.openxmlformats.org/officeDocument/2006/relationships/notesSlide" Target="/ppt/notesSlides/notesSlide5.xml" Id="Re9f3b1138a3b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30f1c246489d" /><Relationship Type="http://schemas.openxmlformats.org/officeDocument/2006/relationships/image" Target="/ppt/media/image3.png" Id="Rdcdb7253ed6447e5" /><Relationship Type="http://schemas.openxmlformats.org/officeDocument/2006/relationships/notesSlide" Target="/ppt/notesSlides/notesSlide6.xml" Id="Rb8ac57061ae9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fc00b7a734344" /><Relationship Type="http://schemas.openxmlformats.org/officeDocument/2006/relationships/image" Target="/ppt/media/image4.png" Id="R7f177fdbd01648b8" /><Relationship Type="http://schemas.openxmlformats.org/officeDocument/2006/relationships/notesSlide" Target="/ppt/notesSlides/notesSlide7.xml" Id="R557fd174485244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e940ff849458d" /><Relationship Type="http://schemas.openxmlformats.org/officeDocument/2006/relationships/image" Target="/ppt/media/image5.png" Id="Rce6abeabc56e4327" /><Relationship Type="http://schemas.openxmlformats.org/officeDocument/2006/relationships/notesSlide" Target="/ppt/notesSlides/notesSlide8.xml" Id="R8c81d9e265b846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ed6130ce24f44" /><Relationship Type="http://schemas.openxmlformats.org/officeDocument/2006/relationships/image" Target="/ppt/media/image6.png" Id="Rd0caeb128fbb4812" /><Relationship Type="http://schemas.openxmlformats.org/officeDocument/2006/relationships/notesSlide" Target="/ppt/notesSlides/notesSlide9.xml" Id="Rd17cf420aaad41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69e884f4541e2" /><Relationship Type="http://schemas.openxmlformats.org/officeDocument/2006/relationships/image" Target="/ppt/media/image7.png" Id="R206d7c1998fe4e4e" /><Relationship Type="http://schemas.openxmlformats.org/officeDocument/2006/relationships/notesSlide" Target="/ppt/notesSlides/notesSlide10.xml" Id="R2b33338116944e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61df13414a86" /><Relationship Type="http://schemas.openxmlformats.org/officeDocument/2006/relationships/image" Target="/ppt/media/image8.png" Id="R7c263328d6694b3a" /><Relationship Type="http://schemas.openxmlformats.org/officeDocument/2006/relationships/notesSlide" Target="/ppt/notesSlides/notesSlide11.xml" Id="Rdf351b3747e444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6adf7147541a6" /><Relationship Type="http://schemas.openxmlformats.org/officeDocument/2006/relationships/image" Target="/ppt/media/image9.png" Id="Re31aa815b23a46af" /><Relationship Type="http://schemas.openxmlformats.org/officeDocument/2006/relationships/notesSlide" Target="/ppt/notesSlides/notesSlide12.xml" Id="R7ae1d3bfc2604d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9880775684fd4" /><Relationship Type="http://schemas.openxmlformats.org/officeDocument/2006/relationships/image" Target="/ppt/media/image10.png" Id="Rbfcc89f7835a4498" /><Relationship Type="http://schemas.openxmlformats.org/officeDocument/2006/relationships/notesSlide" Target="/ppt/notesSlides/notesSlide13.xml" Id="Ree74e29388fa49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b8d5feda34fcb" /><Relationship Type="http://schemas.openxmlformats.org/officeDocument/2006/relationships/image" Target="/ppt/media/image11.png" Id="Rfa3e16e1fb484c37" /><Relationship Type="http://schemas.openxmlformats.org/officeDocument/2006/relationships/notesSlide" Target="/ppt/notesSlides/notesSlide14.xml" Id="Rbac33288063b43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1f16aa7504626" /><Relationship Type="http://schemas.openxmlformats.org/officeDocument/2006/relationships/image" Target="/ppt/media/image12.png" Id="Rec63e84790e74080" /><Relationship Type="http://schemas.openxmlformats.org/officeDocument/2006/relationships/notesSlide" Target="/ppt/notesSlides/notesSlide15.xml" Id="R577ea7bb9a174e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9c3e625524e8c" /><Relationship Type="http://schemas.openxmlformats.org/officeDocument/2006/relationships/image" Target="/ppt/media/image13.png" Id="Rc1b849d2306e4c5f" /><Relationship Type="http://schemas.openxmlformats.org/officeDocument/2006/relationships/notesSlide" Target="/ppt/notesSlides/notesSlide16.xml" Id="R60d437aa3dd245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7eb87958c43ce" /><Relationship Type="http://schemas.openxmlformats.org/officeDocument/2006/relationships/image" Target="/ppt/media/image14.png" Id="R1fe8ecc7bfe445b3" /><Relationship Type="http://schemas.openxmlformats.org/officeDocument/2006/relationships/notesSlide" Target="/ppt/notesSlides/notesSlide17.xml" Id="Rca734299843845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30f839ef4cbd" /><Relationship Type="http://schemas.openxmlformats.org/officeDocument/2006/relationships/image" Target="/ppt/media/image15.png" Id="Rd8d9333d23404f2c" /><Relationship Type="http://schemas.openxmlformats.org/officeDocument/2006/relationships/notesSlide" Target="/ppt/notesSlides/notesSlide18.xml" Id="Ra6771301255b4e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14e60dc7146db" /><Relationship Type="http://schemas.openxmlformats.org/officeDocument/2006/relationships/image" Target="/ppt/media/image16.png" Id="R55694528959d4ffe" /><Relationship Type="http://schemas.openxmlformats.org/officeDocument/2006/relationships/notesSlide" Target="/ppt/notesSlides/notesSlide19.xml" Id="R9bfea32ad43a48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6067ba524ac4" /><Relationship Type="http://schemas.openxmlformats.org/officeDocument/2006/relationships/image" Target="/ppt/media/image17.png" Id="R23755395f2424c9d" /><Relationship Type="http://schemas.openxmlformats.org/officeDocument/2006/relationships/notesSlide" Target="/ppt/notesSlides/notesSlide20.xml" Id="R197e7566ee2849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5658d49644d0d" /><Relationship Type="http://schemas.openxmlformats.org/officeDocument/2006/relationships/image" Target="/ppt/media/image18.png" Id="Rb58da021b7984502" /><Relationship Type="http://schemas.openxmlformats.org/officeDocument/2006/relationships/notesSlide" Target="/ppt/notesSlides/notesSlide21.xml" Id="R69cc553d645341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98ce4a2cf42e1" /><Relationship Type="http://schemas.openxmlformats.org/officeDocument/2006/relationships/image" Target="/ppt/media/image19.png" Id="R0233206e360d4af4" /><Relationship Type="http://schemas.openxmlformats.org/officeDocument/2006/relationships/notesSlide" Target="/ppt/notesSlides/notesSlide22.xml" Id="Re4b02775a16a4d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01006a6234bb0" /><Relationship Type="http://schemas.openxmlformats.org/officeDocument/2006/relationships/image" Target="/ppt/media/image20.png" Id="R8c5c979d5ede4a73" /><Relationship Type="http://schemas.openxmlformats.org/officeDocument/2006/relationships/notesSlide" Target="/ppt/notesSlides/notesSlide23.xml" Id="R18c13891730046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40cce01c497e" /><Relationship Type="http://schemas.openxmlformats.org/officeDocument/2006/relationships/notesSlide" Target="/ppt/notesSlides/notesSlide24.xml" Id="R0cb4f80041f6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AAFAF-6198-44AD-B061-4A0ADC7B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C5870-59CB-4DC8-96D1-97C7A59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 AB Chicken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95335-41BE-4E05-9874-1B33504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7C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7C7"/>
                </a:solidFill>
                <a:latin typeface="Arial"/>
                <a:ea typeface="Arial"/>
                <a:cs typeface="Arial"/>
              </a:rPr>
              <a:t>POS Windows dan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7955C-742B-47C1-9E14-3C9C7AA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Varian abchicken  •  Versi 1.34.52 build 215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3CB9F-429E-4FA3-BF4B-D6F61410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Bukti live 29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2265F-48E2-4E9D-9945-C8D95572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098A0-DA01-4B73-A065-E78F90DF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36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Status: PRARILIS UAT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Android debug-signed  |  Windows unsigned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Tenant AB Chicken  |  Toko Pusat AB Chicken</a:t>
            </a:r>
          </a:p>
        </p:txBody>
      </p:sp>
    </p:spTree>
    <p:extLst>
      <p:ext uri="{BB962C8B-B14F-4D97-AF65-F5344CB8AC3E}">
        <p14:creationId xmlns:p14="http://schemas.microsoft.com/office/powerpoint/2010/main" val="616493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0F341-2A4E-48AB-A653-B0C8FD29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E064-CF6A-488E-9B86-6D54E23B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Keputusan rilis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22CA9-FC22-454A-A2D4-5F85740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Build berhasil dan data live tersedia, tetapi paket belum berstatus produksi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AEF6-5B60-4E00-94A6-91B5D84E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84C0A-5A75-4662-8701-60189D7E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2DF3-7E6D-4ABD-8B74-5CA6016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70388-B0F6-463B-97F6-BB33B06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3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834A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D354-F09B-458B-9869-9131734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tes terarah lulus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31E4-F998-459B-9B5E-DF842D08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2080C-C9D5-443D-A170-556D2E1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9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3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834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4B43D-F439-470E-A91C-12554191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daftar utama ≥ 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54DC7-8E73-4035-A1D1-66FE550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FBB08-51DE-46DC-B2F4-ECE0F76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3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83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0C902-C3F9-482B-8672-13CCA67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laporan bernilai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49017-A20A-4CE5-BC9E-DE5C9DB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A4135-AA61-4828-803C-48DE0DF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48C6B-B1CB-42E7-B56C-03C7414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71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temuan suite penuh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48B14-1424-4662-B4A3-6536D3E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Build Android dan Windows selesai dari commit 2f69465. Gerbang data serta laporan live lulus. Sepuluh kegagalan suite penuh berasal dari kontrak lintas-repositori terhadap source AIS lokal dan dicatat sebagai blocker rilis produksi. Android belum smoke test pada perangkat fisik karena tidak ada perangkat ADB terhubung.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043A8-1E5A-46EC-8C84-A84FF0BE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623C1-06DD-433E-826A-AF284041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4A00"/>
                </a:solidFill>
                <a:latin typeface="Arial"/>
                <a:ea typeface="Arial"/>
                <a:cs typeface="Arial"/>
              </a:rPr>
              <a:t>Gunakan paket ini hanya untuk UAT internal. Cocokkan SHA-256 sebelum instalasi.</a:t>
            </a:r>
          </a:p>
        </p:txBody>
      </p:sp>
    </p:spTree>
    <p:extLst>
      <p:ext uri="{BB962C8B-B14F-4D97-AF65-F5344CB8AC3E}">
        <p14:creationId xmlns:p14="http://schemas.microsoft.com/office/powerpoint/2010/main" val="1080574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76E6D-3773-490D-9685-CC2F561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0A3F-5318-404B-AC93-40B13A92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Volume data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6AC1F-963C-4A05-A0F5-60238C0B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Seluruh daftar transaksi utama berisi minimal 50 data dan tidak kosong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0AAA5-069B-4D58-86A8-B31055F6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8BE21-9FB7-422C-AF60-4979E0E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C4FF-9E00-44ED-BAA7-67A2D88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E548C-639D-4622-BA6B-7FBB3376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Pesanan Outlet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4F763-9FEA-4AC0-AC54-F369F85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287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0D19-AB8C-439A-B323-F718E53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1C509-71A6-4663-ADDB-8EBFBCD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Resep dan BOM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EBDF7-D255-4D1B-8229-68C8DF88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68EDA-CD42-46F0-BEB2-90B78F00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2745A-719F-4B68-993C-E0EF4FA7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00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FBE25-28F1-47A6-8204-C181034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287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12130-0087-47F2-A32B-6BE1771D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25A4B-96A0-47BF-A282-FBB19DE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F3E95-29B3-4F9D-A557-6AAE0505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43AAE-1157-4A79-864C-E022500F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C0C1C-D5A9-4ED6-BC63-CFB6B4D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BAST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407CB-9918-4622-BEDE-074A919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955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97518-38DC-4CF4-9BB3-7129211E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ABD94-CFED-4D08-AAE1-19AC5F8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Tagihan Vendor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2AAEC-BE39-4E15-8680-3DFE2AE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955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45059-11F5-4FDC-AA10-509B89C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9844D-6BFA-423C-A7DB-B23D925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Pembayaran Vendor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DCE4F-47ED-4BFC-8971-26A298C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6AF469-8525-4254-B97C-A943BB1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B1F5A-1D78-4AD0-B61D-7DAA73B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Produksi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6BE8B-9B2B-478E-A19F-3FD753C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62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8D326-7509-452F-AF61-1BF8F57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CE351-43B1-468F-9720-4FCFF6A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Pengiriman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BC0A5-4E5F-46F5-8267-CDE9C35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62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D4E2D-0CB4-4997-A3E4-8A81FC80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D11BF-1CF9-420B-858E-19CD0250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Retur dan Klaim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7114C-62FD-4DE4-9FD2-83B69F0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291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4168F-B923-4A64-B282-E6EC4EE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94DB2-1D84-450C-AF20-F39E761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Penjualan POS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A2170A-A2C9-4498-8CDB-156EBFFC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291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8DC25-F3A9-4177-A968-7A59D0BA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3486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F794B-6DBB-46E5-9BBA-CC837A0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Jurnal Umum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CDD7D8-2486-49B1-AA36-5438AA8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291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302</a:t>
            </a:r>
          </a:p>
        </p:txBody>
      </p:sp>
    </p:spTree>
    <p:extLst>
      <p:ext uri="{BB962C8B-B14F-4D97-AF65-F5344CB8AC3E}">
        <p14:creationId xmlns:p14="http://schemas.microsoft.com/office/powerpoint/2010/main" val="2141828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87893-9374-4B02-A17F-9677B15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E9409-2FED-4E8E-9BFC-9D772384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1. Ringkasan data tenant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9FB1A-299A-4D5D-BF7B-97A452F0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Pastikan seluruh gerbang data menyatakan lulus sebelum membuka proses 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621DF-0A53-4442-8277-5C645F8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682F8-B365-41CC-BE77-9FB07AD9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a37200164455f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C85A9-4B7D-4399-B8BA-9344F25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CCF52-460D-4B7E-B1E2-CB3D1694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E7B71-D024-491E-88C5-3E82EB5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FFC94-CB81-4BD7-ABFF-0154C379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ED1D6-A006-439C-AA1A-37BCB0CB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0E675-35B8-40BD-BC5C-94AB7A5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58356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01A2-4B49-4EBB-A32F-E3A3FC1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E5557-CD36-4E75-8E35-4E722948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2. Pesanan Outlet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1538C-642F-4B1A-A7B4-BB88A52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Pilih tab Pesanan Outlet. Gunakan pencarian dan filter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83387-BA0C-41C1-9119-46CC29A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92D59-63B1-46C3-BFC0-6F8C7B3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f187979fe4ade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44B7E-B938-47F4-85D6-28CB6884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3CD8A-D0EF-4625-B993-EEFBF216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068F2-EA39-475E-9E3E-32151FE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739C-93C3-4B14-BEDE-F540231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D7459-1BFC-495E-A7A2-4D3E99EE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871DF-B77F-4170-BE8E-1A103ED3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34524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1E054-5FCD-491A-8C1A-D456C4C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63F67-86AD-4A44-8A5D-A1212557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3. Resep dan BOM 60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A2C82-7A2B-4C9C-BD0F-442F105F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Pilih tab Resep/BOM. Cari kode atau nama resep lalu buka kartu.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A6DB2-B5DF-4B2F-94C8-91AAC40B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4D5C-B10C-4269-A307-2B0B0F5A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b7253ed6447e5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7C76F-FB0A-42CA-B6C1-AC6BE78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6ACA6-F84E-490A-85DD-17576D5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7B9DE-8D97-40F4-AC7D-00A2F355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22939-E0FC-44AC-94B1-8419DAB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88141-9EFF-4B6E-B5CE-6A74F52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A551D-D066-4A5E-AB08-42AB2EF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20169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50C4D-3D7F-4734-9ADB-0CF757A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97DA-3AD8-43E3-9E7F-B27887D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4. Permintaan Pembelian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B0EB5-3B82-4582-BC66-B1065E1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Buka tab PR. Filter status dan posting lalu pilih dokumen.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5780-C09D-4BAB-9C83-04A57EC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9D77-000E-4388-93C2-86941A3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77fdbd01648b8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FFAC2-3C63-4088-B1EB-8E2B8B72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9CBE6-3EFA-444B-9734-8384D2E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8890D-D107-4437-9CCF-63D2F00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FC187-92D4-4E37-92BE-A5DD0688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6A027-21CF-4498-83CD-79E28B8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A0D0B-C35B-41E2-8387-008B4C85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46777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7C38-CAAD-4E94-B93F-03FFA32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D6E3F-C903-484B-AD8E-0A39C6B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Pesanan Pembelian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1961E-5E12-4FAD-8920-AB1B96BB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Buka tab PO. Gunakan pencarian vendor atau nomor.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6601-888D-4DB7-85A5-EC2C309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1A21-5EEC-46FD-A976-31157EB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abeabc56e4327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68B87-927C-46A2-A6EC-2ABBB73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F48E9-825E-4F85-94BA-2A6E195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75C45-5990-4050-BA32-350A339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8259E-03E2-48BD-A4FE-9F7A314C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0B0B1-ED18-4A92-94AC-EF3AB28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43A1F-472C-47F9-8067-44B5D58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38529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A7EF1-881A-48AD-886B-D1451E6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5D564-5586-48A4-A6C9-0EEDD3F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6. BAST Gudang Pusat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7764D-0323-4188-94C5-1DADA8A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kuantitas dan kondisi penerimaan sebelum posting.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CEB76-0227-4133-9F41-87F75F8D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4F766-2695-4462-823A-7DE67D02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aeb128fbb4812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DED7E-501A-45B9-AA6F-FB58FE5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3DFCF-4856-4082-964A-F39BE77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13936-601E-43D2-989E-4561FEB9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56F76-1AED-4F52-921B-919EF94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234D7-AD6A-4166-93B6-956BB0E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50284-C341-4CC9-82B1-D4B275AB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41540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3437B-7B20-4F18-A86B-91C0EDE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25114-F5C0-41B0-989F-39F6CF8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7. Terima Tagihan Vendor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5D5D8-82A4-46F6-BE7A-1E0C5F52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Cocokkan referensi PO, BAST, dan nilai tagihan.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EF9E1-E839-4E83-9CBC-F567732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F093C-93AD-4AE7-97DC-6B3AFB50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d7c1998fe4e4e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5F562-0EF6-4910-9DDF-562DCA9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ACFBA-DC88-4D80-B689-4E96B81C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BD5F-A5AF-4870-AE55-E918A11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94C44-F06C-4AC1-8C78-56A6F76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004FB-A332-4B03-90BC-0E4FCAE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05BD4-7CDF-4F56-96B5-908FEF88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24632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5F72E-8638-4A48-A346-AD00CDE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2D99-1D19-4142-99A2-977F576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8. Pembayaran Vendor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CBBE7-C692-4A74-801C-30E443E9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akun bank, nominal, dan status dokumen.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D75B-A3C9-4C71-9B89-AD02900E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A0EA5-B1B0-4D0E-8B18-6609A63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63328d6694b3a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C6A5-940F-40BD-B7A6-5152C322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39CC3-26FB-4EB0-9A2D-45D06DD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19C30-0A13-49FB-8E39-5CD5447B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866CB-5CBB-43DF-AB49-DC3487CD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B3227-82BF-48D2-BC76-E47B4A4D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F8AD4-C9A3-4142-A345-EF8C68D0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36382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629D9-49B6-4782-9AE2-9EF082C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A85E9-EFEE-4EC4-9CEA-EDBB21A5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9. Produksi dan Packing 170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E7569-D964-450D-9E0F-2D32F2D4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Pilih batch lalu periksa bahan dan hasil produksi.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E49A-E382-422C-A063-27C26BCC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277F0-176C-479A-8E68-2BD074E6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aa815b23a46af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11D4-B436-4231-BBBF-B003C4F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D273C-FF10-4F44-BC89-E9B8E2B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59F95-B23B-4179-92A6-3E2642B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E958F-A878-4AFD-B70C-DDE7365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23CBB-1F5E-45F4-9239-0D84F2F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87C4C-BE5A-447E-A3A0-4DD1711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92301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8D866-4B65-48A4-A30F-08E54A8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1C047-F940-4CC4-9FEC-05EC2C5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10. Delivery Order dan Pengiriman 270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5EE9D-2D71-4958-A560-4BB4C94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Pantau DELIVERY, ARRIVED, COMPLETED dan tujuan outlet.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84668-6541-42C6-B691-08FB9D6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9C581-5C4C-44D1-9182-862C115A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c89f7835a4498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06EE8-EEDB-4D09-B337-7EF8205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4E62F-64BE-48E8-B5F5-7E3701B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B78EC-6223-40B0-AB89-A405A04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D69D6-076B-488D-BACC-240B6D6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F0297-17BD-4651-9EB8-90EA4C63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3EAF2-7628-407E-A926-2B11D92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911679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BEC88-6049-46C8-95C5-515945C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0596-B843-41FA-BBEE-A8FFE92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11. Retur dan Klaim 120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0F7DA-685D-4D71-8C19-583F81EF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Gunakan filter status lalu pilih kartu untuk penyelesaian.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DD3F-B193-421F-9751-1A3F04F4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92600-DBFF-42DB-9742-9DC9C49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e16e1fb484c37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3A2F6-3537-4352-982D-38D43B7C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9DA73-A64D-4F5D-B237-4492796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B1503-3E99-4BC8-95BF-C12EE2D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D85B0-7B59-4A89-A4EF-083367EB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0F35C-32F2-47A8-A88B-B2FE5C49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08891-7D60-4000-84E4-36D1F22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29975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D19A0-E4EF-45D0-86DE-52F3C73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F9301-D422-4047-8CA9-FC636065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12. Penjualan POS 220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43BE-43D7-4806-B0B2-C68B56F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Gunakan pencarian transaksi dan filter posting untuk rekonsiliasi.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E0271-CE11-4899-AC2C-BA7DF1B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AC94C-C1F7-4BC0-8373-2E6622B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3e84790e74080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7161E-EC4B-4F98-8298-461EC239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5C10B-1006-471B-B457-1FA000D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85BC3-9283-47AF-9E0B-05707AA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B3EBA-2981-4E07-B647-32164050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EF5E3-158F-4C1D-8D76-E072FBF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339FF-C34C-48B6-9B0F-2F25BCB7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151585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17408-F0CB-4506-98E0-B9CEE10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3B79A-EB74-44CB-A48E-14E64CA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13. Sumber akun 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FCD50-4091-4ABB-B658-56C8AA21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Pastikan semua sumber menunjuk akun daun aktif sebelum posting.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190F2-84FD-45E6-AD73-3C75377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18358-FEA6-4E75-AE79-BE39CA9A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49d2306e4c5f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740D4-9463-40A1-917C-7AA9C55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E8DA2-20AB-452C-B287-67D73D24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A25C3-6223-4990-A078-B6BD95F3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F9C8B-ADCB-4C56-B1A1-8940F753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D0AD3-7A27-414C-8B6C-7A9FBD2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556E5-0E27-4DC8-924B-B1ACC1B5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72698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DC570-7F4F-4CAF-91AF-D0E672E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04EE-D30A-436D-A9F0-E33B6A4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14. Jurnal Umum 302 baris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EDD64-60A7-49E8-ADB5-6C7D484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Atur periode, tekan Tampilkan, lalu periksa debit dan kredit.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8CC55-1FF0-4FC5-AFD8-AD6AF57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EAA4D-96D7-49E2-8022-AFC58A2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8ecc7bfe445b3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8992E-3819-4A7A-95EC-8D71B6E5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F7B44-190F-49DF-BC09-CF728770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453EE-2F23-4E69-9960-0D79D81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F1978-906C-4A1C-9167-DCB60A81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30BCC-9F9A-44FF-83A7-59E98D52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E7524-C17C-445C-B551-3941DCA3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442150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C9D2E-6766-4E15-B987-B717B8C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A6917-3279-449E-9FD8-5059020C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15. Jurnal Umum halaman terakhir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4244A-4ADA-4E73-B5AB-D54701D8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Gunakan navigasi halaman sampai baris terakhir.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2B996-B842-4D21-89F8-B77775BE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89FD8-A29B-41A7-A68A-9C53948C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333d23404f2c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79A68-4EA1-46C5-AF6E-0420C8F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45054-A107-4DFB-B0F8-D82ED1C1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C190B-1F87-46C3-94E2-24BE854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1E0AE-8D77-431A-817F-31C85C3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B737A-B382-45D9-9AF9-02F6323A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897C9-F2EE-4DA6-A853-730065A1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547997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192EF-DF67-4ADE-A1FE-0A801729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AED42-E7A3-421A-A59A-C3E20DB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16. Buku Besar 302 baris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27DCF-29B1-4222-84C5-1FADAFE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Cocokkan mutasi akun dengan jurnal sumber.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C1CE8-7C10-41BD-8F37-AFBA3225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36EF0-9634-4316-8B9C-3090DD2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94528959d4ffe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F9D83-AA9A-47F0-B686-C29EEDDC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2516B-6F4C-4A56-84CC-D7887CE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FF074-830D-46E7-A03E-52BF8B8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13193-9C09-44B8-B58A-01CC525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04AEA-7397-49EE-8418-B0A2050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99FC9-431D-43E4-8B69-4A7BEA0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698349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28B71-E624-468F-8E9B-B420326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9D8DC-34C5-4927-904A-B306D9DB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17. Neraca Saldo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3951B-02E2-4701-9DE6-F5857CC3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kesetaraan total debit dan kredit.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57433-33C4-473E-A620-3DEB0BA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A921A-B100-4FCF-9461-03B722C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55395f2424c9d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0706-1990-4697-BDAB-D6FF95D8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71FF3-DE07-4EC9-AE32-D7FADE6E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489AB-7F33-4099-823F-CF6C31D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51B04-3A4F-45FC-A12D-EA4358C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1671E-0CA7-4905-A76B-9EAF4C2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BF555-719F-4FFA-9552-20D983D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048896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596DA-D124-45B2-AB62-8B792D7D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34A11-748A-44F8-850A-03288E79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18. Laba Rugi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E5A6C-F9E4-4F3F-8E88-9D4F26F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pendapatan, beban, dan laba bersih.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304C6-86C0-4CF5-97A1-77947FA2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033A6-3542-41EF-BE6F-755D385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da021b7984502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79D4E-9FC7-4793-8B5B-A13B691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55BD6-AA0D-4385-A7F7-2B60511C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D933D-0AC9-4C07-8718-18F44086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0DF5A-21E9-4B2E-866D-2DD94AE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66171-1E95-4B92-ABE8-46D46FA8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7B3DB-C219-48F5-A0DE-AB10A01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312763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AD96A-FFA2-4572-99FE-A4AC9E11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6CD9C-E0A9-4B42-A4E4-86F3400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19. Neraca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E5911-1EF9-4B56-923B-342ED90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aset, liabilitas, dan ekuitas.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F572F-A88F-469A-96B7-84D010F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B847-7FA7-4E59-BAB9-9060F559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3206e360d4af4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C9C7F-B1A6-459A-A288-0A37D6A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0754-8AA2-4B72-9082-07DC653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39F45-B4E1-41FA-860B-5FAB9B0C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E9A5C-4FB6-4973-A28C-3C39C893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804-8405-4B31-826F-C03278BF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9FD00-6FD2-4DE2-BB17-EFC259F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735093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61EEF-6993-4D62-97A2-54E4CD3D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8C0B-F13F-4D1A-912E-3B81E43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20. Arus Kas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1B79D-B18D-46AE-BA26-659BC22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Periksa penerimaan, pengeluaran, dan saldo kas atau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CDFB0-ADB6-40E1-B297-D4F19C9D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CBE02-0AA4-4DCF-8CD6-F42B6EDB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c979d5ede4a73"/>
          <a:stretch xmlns:a="http://schemas.openxmlformats.org/drawingml/2006/main"/>
        </p:blipFill>
        <p:spPr>
          <a:xfrm xmlns:a="http://schemas.openxmlformats.org/drawingml/2006/main">
            <a:off x="533400" y="1488281"/>
            <a:ext cx="8382000" cy="45577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F74B3-0340-4C49-9113-1CAE6C03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04368-EF0B-41F6-B9EB-1FCE0B3B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Petunjuk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683FA-28F6-465C-A650-8D2EEF7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209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Pilih tab proses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Gunakan pencarian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Atur filter status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Buka kartu untuk detail</a:t>
            </a:r>
          </a:p>
          <a:p xmlns:a="http://schemas.openxmlformats.org/drawingml/2006/main">
            <a:pPr algn="l">
              <a:defRPr sz="127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Pastikan data tidak kosong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35384-2F6F-49A5-B65C-FD0768CC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9C71D-79DE-4AD3-BFF8-D4C987E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5BC44-7E0A-4F8E-A0F0-FAEDE10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Layar live POS Desktop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Tenant AB Chicken</a:t>
            </a:r>
          </a:p>
          <a:p xmlns:a="http://schemas.openxmlformats.org/drawingml/2006/main">
            <a:pPr algn="l">
              <a:defRPr sz="1125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984876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B1FD8-1E07-4C3F-8E0B-5B01DEF8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12964-4DAD-4A56-8E2F-D0CC680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E33"/>
                </a:solidFill>
                <a:latin typeface="Arial"/>
                <a:ea typeface="Arial"/>
                <a:cs typeface="Arial"/>
              </a:rPr>
              <a:t>Instalasi paket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95E0F-58E6-4E85-8010-2252E2C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Langkah Windows dan Android serta penanganan peringatan 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2B8B-B903-49FA-A16A-A2CB90FE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F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7E8E-586A-4FAB-8974-CE36D98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 Chicken  |  UAT 29 September 2026  |  v1.34.52+215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08CCA-09D4-477F-BDE7-84508495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257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E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55DAC-9C7A-4A83-8DB1-E120F948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POS Desktop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7689D-8209-4DF7-82A2-C695CF7A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Unduh installer dan SHA-256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Cocokkan SHA-256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Jalankan installer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Jika SmartScreen tampil, pilih More info dan Run anyway hanya setelah hash cocok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Masuk, pilih tenant dan toko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6. Tekan Sinkronkan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0F3E9-1EEA-4138-AE53-AE85C233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257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7EDED"/>
          </a:solidFill>
          <a:ln xmlns:a="http://schemas.openxmlformats.org/drawingml/2006/main" w="9525">
            <a:solidFill>
              <a:srgbClr val="E0B4B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D4324-73C9-4F41-AA74-DD70851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D2F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D2F2F"/>
                </a:solidFill>
                <a:latin typeface="Arial"/>
                <a:ea typeface="Arial"/>
                <a:cs typeface="Arial"/>
              </a:rPr>
              <a:t>POS Android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FE6C2-7E7C-4E25-95EA-DCE962B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1. Unduh APK dan SHA-256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2. Cocokkan SHA-256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3. Izinkan sumber tidak dikenal sementara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4. Jika Play Protect memperingatkan, lanjutkan hanya pada perangkat UAT setelah hash cocok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5. Cabut kembali izin instalasi</a:t>
            </a:r>
          </a:p>
          <a:p xmlns:a="http://schemas.openxmlformats.org/drawingml/2006/main">
            <a:pPr algn="l">
              <a:defRPr sz="1350" b="0">
                <a:solidFill>
                  <a:srgbClr val="0F1E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E33"/>
                </a:solidFill>
                <a:latin typeface="Arial"/>
                <a:ea typeface="Arial"/>
                <a:cs typeface="Arial"/>
              </a:rPr>
              <a:t>6. Masuk dan sinkronkan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DEDBC-48A5-4BAF-AE79-9435B9A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4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4A00"/>
                </a:solidFill>
                <a:latin typeface="Arial"/>
                <a:ea typeface="Arial"/>
                <a:cs typeface="Arial"/>
              </a:rPr>
              <a:t>Paket UAT: APK debug-signed dan installer Windows unsigned.</a:t>
            </a:r>
          </a:p>
        </p:txBody>
      </p:sp>
    </p:spTree>
    <p:extLst>
      <p:ext uri="{BB962C8B-B14F-4D97-AF65-F5344CB8AC3E}">
        <p14:creationId xmlns:p14="http://schemas.microsoft.com/office/powerpoint/2010/main" val="1781540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2026-09-29T12:21:49.8900000Z</dcterms:created>
  <dcterms:modified xsi:type="dcterms:W3CDTF">2026-09-29T12:21:49.8900000Z</dcterms:modified>
</coreProperties>
</file>